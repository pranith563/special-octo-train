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260babfa9e4f70" /><Relationship Type="http://schemas.openxmlformats.org/officeDocument/2006/relationships/extended-properties" Target="/docProps/app.xml" Id="Rda9255e66f5e4376" /><Relationship Type="http://schemas.openxmlformats.org/officeDocument/2006/relationships/officeDocument" Target="/ppt/presentation.xml" Id="Ra324f8a54a9948e9" /></Relationships>
</file>

<file path=ppt/presentation.xml><?xml version="1.0" encoding="utf-8"?>
<p:presentation xmlns:p="http://schemas.openxmlformats.org/presentationml/2006/main">
  <p:sldMasterIdLst>
    <p:sldMasterId xmlns:r="http://schemas.openxmlformats.org/officeDocument/2006/relationships" id="2147483648" r:id="Rccf1eacce0264d72"/>
  </p:sldMasterIdLst>
  <p:notesMasterIdLst>
    <p:notesMasterId xmlns:r="http://schemas.openxmlformats.org/officeDocument/2006/relationships" r:id="R64376946c58b4fb1"/>
  </p:notesMasterIdLst>
  <p:sldIdLst>
    <p:sldId xmlns:r="http://schemas.openxmlformats.org/officeDocument/2006/relationships" id="256" r:id="R739c3a4e5d3c4327"/>
    <p:sldId xmlns:r="http://schemas.openxmlformats.org/officeDocument/2006/relationships" id="257" r:id="Rf89f23680b094c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7f3b336abf427b" /><Relationship Type="http://schemas.openxmlformats.org/officeDocument/2006/relationships/slideMaster" Target="/ppt/slideMasters/slideMaster1.xml" Id="Rccf1eacce0264d72" /><Relationship Type="http://schemas.openxmlformats.org/officeDocument/2006/relationships/notesMaster" Target="/ppt/notesMasters/notesMaster1.xml" Id="R64376946c58b4fb1" /><Relationship Type="http://schemas.openxmlformats.org/officeDocument/2006/relationships/presProps" Target="/ppt/presProps.xml" Id="Reff3b095a81c491b" /><Relationship Type="http://schemas.openxmlformats.org/officeDocument/2006/relationships/tableStyles" Target="/ppt/tableStyles.xml" Id="R1a1c2c026e864ac2" /><Relationship Type="http://schemas.openxmlformats.org/officeDocument/2006/relationships/slide" Target="/ppt/slides/slide1.xml" Id="R739c3a4e5d3c4327" /><Relationship Type="http://schemas.openxmlformats.org/officeDocument/2006/relationships/slide" Target="/ppt/slides/slide2.xml" Id="Rf89f23680b094c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d74df5e25647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637d7396d44b04" /><Relationship Type="http://schemas.openxmlformats.org/officeDocument/2006/relationships/notesMaster" Target="/ppt/notesMasters/notesMaster1.xml" Id="R9d2572dd479d44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d5afd9ed0a4f51" /><Relationship Type="http://schemas.openxmlformats.org/officeDocument/2006/relationships/notesMaster" Target="/ppt/notesMasters/notesMaster1.xml" Id="R7c150cb718e642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useful path to edge hardware changes with the model and target. Each tool result can suggest the next action. An agent coordinates those actions while concrete tools prepare and test candidates. Measurements support the final deployment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deep learning model and a deployment goal enter an agent-guided workflow. The agent explores possible hardware paths, including CPU, GPU, and NPU. It checks measured results and can refine the path before presenting evidence for a decision. The chip graphics are schematic and do not represent a particular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e795f4121a41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f71bb4518b411d" /><Relationship Type="http://schemas.openxmlformats.org/officeDocument/2006/relationships/slideLayout" Target="/ppt/slideLayouts/slideLayout1.xml" Id="Rc0b428b1c49949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b428b1c49949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4b4c1f43d52472c" /><Relationship Type="http://schemas.openxmlformats.org/officeDocument/2006/relationships/notesSlide" Target="/ppt/notesSlides/notesSlide1.xml" Id="R5f956f8309f54f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9954ba604c4215" /><Relationship Type="http://schemas.openxmlformats.org/officeDocument/2006/relationships/image" Target="/ppt/media/image.png" Id="R5acf5cbf8c23475a" /><Relationship Type="http://schemas.openxmlformats.org/officeDocument/2006/relationships/notesSlide" Target="/ppt/notesSlides/notesSlide2.xml" Id="Rb98376af3e194a6f" /></Relationships>
</file>

<file path=ppt/slides/slide1.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B18644-4A14-459C-8C53-8E15B7EABE30}"/>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087E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15A58D8-E15A-40AA-BEFB-EE80E0C87C5C}"/>
              </a:ext>
            </a:extLst>
          </p:cNvPr>
          <p:cNvSpPr>
            <a:spLocks xmlns:a="http://schemas.openxmlformats.org/drawingml/2006/main" noGrp="1"/>
          </p:cNvSpPr>
          <p:nvPr/>
        </p:nvSpPr>
        <p:spPr>
          <a:xfrm xmlns:a="http://schemas.openxmlformats.org/drawingml/2006/main">
            <a:off x="723900" y="514350"/>
            <a:ext cx="35718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350" b="1">
                <a:solidFill>
                  <a:srgbClr val="087E89"/>
                </a:solidFill>
                <a:latin typeface="Arial"/>
                <a:ea typeface="Arial"/>
                <a:cs typeface="Arial"/>
              </a:defRPr>
            </a:pPr>
            <a:r>
              <a:rPr sz="1350" b="1">
                <a:solidFill>
                  <a:srgbClr val="087E89"/>
                </a:solidFill>
                <a:latin typeface="Arial"/>
                <a:ea typeface="Arial"/>
                <a:cs typeface="Arial"/>
              </a:rPr>
              <a:t>AGENTIC EDGE AI</a:t>
            </a:r>
          </a:p>
        </p:txBody>
      </p:sp>
      <p:sp>
        <p:nvSpPr>
          <p:cNvPr id="3" name="">
            <a:extLst xmlns:a="http://schemas.openxmlformats.org/drawingml/2006/main">
              <a:ext uri="{FF2B5EF4-FFF2-40B4-BE49-F238E27FC236}">
                <a16:creationId xmlns:a16="http://schemas.microsoft.com/office/drawing/2014/main" id="{0D60F686-1E4F-40EB-B776-9EA99BD7773F}"/>
              </a:ext>
            </a:extLst>
          </p:cNvPr>
          <p:cNvSpPr>
            <a:spLocks xmlns:a="http://schemas.openxmlformats.org/drawingml/2006/main" noGrp="1"/>
          </p:cNvSpPr>
          <p:nvPr/>
        </p:nvSpPr>
        <p:spPr>
          <a:xfrm xmlns:a="http://schemas.openxmlformats.org/drawingml/2006/main">
            <a:off x="723900" y="971550"/>
            <a:ext cx="1071562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75" b="1">
                <a:solidFill>
                  <a:srgbClr val="152D3C"/>
                </a:solidFill>
                <a:latin typeface="Arial"/>
                <a:ea typeface="Arial"/>
                <a:cs typeface="Arial"/>
              </a:defRPr>
            </a:pPr>
            <a:r>
              <a:rPr sz="3675" b="1">
                <a:solidFill>
                  <a:srgbClr val="152D3C"/>
                </a:solidFill>
                <a:latin typeface="Arial"/>
                <a:ea typeface="Arial"/>
                <a:cs typeface="Arial"/>
              </a:rPr>
              <a:t>Finding the right edge deployment path</a:t>
            </a:r>
          </a:p>
        </p:txBody>
      </p:sp>
      <p:sp>
        <p:nvSpPr>
          <p:cNvPr id="4" name="">
            <a:extLst xmlns:a="http://schemas.openxmlformats.org/drawingml/2006/main">
              <a:ext uri="{FF2B5EF4-FFF2-40B4-BE49-F238E27FC236}">
                <a16:creationId xmlns:a16="http://schemas.microsoft.com/office/drawing/2014/main" id="{69BDE560-B2F9-4292-A46C-A538453EB9AC}"/>
              </a:ext>
            </a:extLst>
          </p:cNvPr>
          <p:cNvSpPr>
            <a:spLocks xmlns:a="http://schemas.openxmlformats.org/drawingml/2006/main" noGrp="1"/>
          </p:cNvSpPr>
          <p:nvPr/>
        </p:nvSpPr>
        <p:spPr>
          <a:xfrm xmlns:a="http://schemas.openxmlformats.org/drawingml/2006/main">
            <a:off x="733425" y="1828800"/>
            <a:ext cx="10648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F5867"/>
                </a:solidFill>
                <a:latin typeface="Arial"/>
                <a:ea typeface="Arial"/>
                <a:cs typeface="Arial"/>
              </a:defRPr>
            </a:pPr>
            <a:r>
              <a:rPr sz="2100" b="0">
                <a:solidFill>
                  <a:srgbClr val="3F5867"/>
                </a:solidFill>
                <a:latin typeface="Arial"/>
                <a:ea typeface="Arial"/>
                <a:cs typeface="Arial"/>
              </a:rPr>
              <a:t>Model properties, compute targets, and measured feedback shape every attempt.</a:t>
            </a:r>
          </a:p>
        </p:txBody>
      </p:sp>
      <p:sp>
        <p:nvSpPr>
          <p:cNvPr id="5" name="">
            <a:extLst xmlns:a="http://schemas.openxmlformats.org/drawingml/2006/main">
              <a:ext uri="{FF2B5EF4-FFF2-40B4-BE49-F238E27FC236}">
                <a16:creationId xmlns:a16="http://schemas.microsoft.com/office/drawing/2014/main" id="{71CF8840-99F7-4ED7-B200-4A631CADE047}"/>
              </a:ext>
            </a:extLst>
          </p:cNvPr>
          <p:cNvSpPr>
            <a:spLocks xmlns:a="http://schemas.openxmlformats.org/drawingml/2006/main" noGrp="1"/>
          </p:cNvSpPr>
          <p:nvPr/>
        </p:nvSpPr>
        <p:spPr>
          <a:xfrm xmlns:a="http://schemas.openxmlformats.org/drawingml/2006/main">
            <a:off x="723900" y="2876550"/>
            <a:ext cx="4857750" cy="28575"/>
          </a:xfrm>
          <a:prstGeom xmlns:a="http://schemas.openxmlformats.org/drawingml/2006/main" prst="rect">
            <a:avLst/>
          </a:prstGeom>
          <a:solidFill xmlns:a="http://schemas.openxmlformats.org/drawingml/2006/main">
            <a:srgbClr val="087E8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D056231-34AA-43F7-9BA1-3CD0C1AD497A}"/>
              </a:ext>
            </a:extLst>
          </p:cNvPr>
          <p:cNvSpPr>
            <a:spLocks xmlns:a="http://schemas.openxmlformats.org/drawingml/2006/main" noGrp="1"/>
          </p:cNvSpPr>
          <p:nvPr/>
        </p:nvSpPr>
        <p:spPr>
          <a:xfrm xmlns:a="http://schemas.openxmlformats.org/drawingml/2006/main">
            <a:off x="6534150" y="2876550"/>
            <a:ext cx="4857750" cy="28575"/>
          </a:xfrm>
          <a:prstGeom xmlns:a="http://schemas.openxmlformats.org/drawingml/2006/main" prst="rect">
            <a:avLst/>
          </a:prstGeom>
          <a:solidFill xmlns:a="http://schemas.openxmlformats.org/drawingml/2006/main">
            <a:srgbClr val="087E8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B61DF7D-9AE8-4EB1-B1F0-4234BD361069}"/>
              </a:ext>
            </a:extLst>
          </p:cNvPr>
          <p:cNvSpPr>
            <a:spLocks xmlns:a="http://schemas.openxmlformats.org/drawingml/2006/main" noGrp="1"/>
          </p:cNvSpPr>
          <p:nvPr/>
        </p:nvSpPr>
        <p:spPr>
          <a:xfrm xmlns:a="http://schemas.openxmlformats.org/drawingml/2006/main">
            <a:off x="723900" y="3067050"/>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152D3C"/>
                </a:solidFill>
                <a:latin typeface="Arial"/>
                <a:ea typeface="Arial"/>
                <a:cs typeface="Arial"/>
              </a:defRPr>
            </a:pPr>
            <a:r>
              <a:rPr sz="2175" b="1">
                <a:solidFill>
                  <a:srgbClr val="152D3C"/>
                </a:solidFill>
                <a:latin typeface="Arial"/>
                <a:ea typeface="Arial"/>
                <a:cs typeface="Arial"/>
              </a:rPr>
              <a:t>The path changes</a:t>
            </a:r>
          </a:p>
        </p:txBody>
      </p:sp>
      <p:sp>
        <p:nvSpPr>
          <p:cNvPr id="8" name="">
            <a:extLst xmlns:a="http://schemas.openxmlformats.org/drawingml/2006/main">
              <a:ext uri="{FF2B5EF4-FFF2-40B4-BE49-F238E27FC236}">
                <a16:creationId xmlns:a16="http://schemas.microsoft.com/office/drawing/2014/main" id="{D637590E-DCDC-4AD8-A52B-FE723D4CF3DE}"/>
              </a:ext>
            </a:extLst>
          </p:cNvPr>
          <p:cNvSpPr>
            <a:spLocks xmlns:a="http://schemas.openxmlformats.org/drawingml/2006/main" noGrp="1"/>
          </p:cNvSpPr>
          <p:nvPr/>
        </p:nvSpPr>
        <p:spPr>
          <a:xfrm xmlns:a="http://schemas.openxmlformats.org/drawingml/2006/main">
            <a:off x="6534150" y="3067050"/>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152D3C"/>
                </a:solidFill>
                <a:latin typeface="Arial"/>
                <a:ea typeface="Arial"/>
                <a:cs typeface="Arial"/>
              </a:defRPr>
            </a:pPr>
            <a:r>
              <a:rPr sz="2175" b="1">
                <a:solidFill>
                  <a:srgbClr val="152D3C"/>
                </a:solidFill>
                <a:latin typeface="Arial"/>
                <a:ea typeface="Arial"/>
                <a:cs typeface="Arial"/>
              </a:rPr>
              <a:t>The agent adapts</a:t>
            </a:r>
          </a:p>
        </p:txBody>
      </p:sp>
      <p:sp>
        <p:nvSpPr>
          <p:cNvPr id="9" name="">
            <a:extLst xmlns:a="http://schemas.openxmlformats.org/drawingml/2006/main">
              <a:ext uri="{FF2B5EF4-FFF2-40B4-BE49-F238E27FC236}">
                <a16:creationId xmlns:a16="http://schemas.microsoft.com/office/drawing/2014/main" id="{AB09C6E2-0122-4406-8253-EA1B8CC0E606}"/>
              </a:ext>
            </a:extLst>
          </p:cNvPr>
          <p:cNvSpPr>
            <a:spLocks xmlns:a="http://schemas.openxmlformats.org/drawingml/2006/main" noGrp="1"/>
          </p:cNvSpPr>
          <p:nvPr/>
        </p:nvSpPr>
        <p:spPr>
          <a:xfrm xmlns:a="http://schemas.openxmlformats.org/drawingml/2006/main">
            <a:off x="723900" y="3648075"/>
            <a:ext cx="48291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3F5867"/>
                </a:solidFill>
                <a:latin typeface="Arial"/>
                <a:ea typeface="Arial"/>
                <a:cs typeface="Arial"/>
              </a:defRPr>
            </a:pPr>
            <a:r>
              <a:rPr sz="1800" b="0">
                <a:solidFill>
                  <a:srgbClr val="3F5867"/>
                </a:solidFill>
                <a:latin typeface="Arial"/>
                <a:ea typeface="Arial"/>
                <a:cs typeface="Arial"/>
              </a:rPr>
              <a:t>Different models and compute targets call for different preparation and checks. A failed attempt can point to the next useful step.</a:t>
            </a:r>
          </a:p>
        </p:txBody>
      </p:sp>
      <p:sp>
        <p:nvSpPr>
          <p:cNvPr id="10" name="">
            <a:extLst xmlns:a="http://schemas.openxmlformats.org/drawingml/2006/main">
              <a:ext uri="{FF2B5EF4-FFF2-40B4-BE49-F238E27FC236}">
                <a16:creationId xmlns:a16="http://schemas.microsoft.com/office/drawing/2014/main" id="{59041D4C-AF49-434D-B61A-53E42E6D7788}"/>
              </a:ext>
            </a:extLst>
          </p:cNvPr>
          <p:cNvSpPr>
            <a:spLocks xmlns:a="http://schemas.openxmlformats.org/drawingml/2006/main" noGrp="1"/>
          </p:cNvSpPr>
          <p:nvPr/>
        </p:nvSpPr>
        <p:spPr>
          <a:xfrm xmlns:a="http://schemas.openxmlformats.org/drawingml/2006/main">
            <a:off x="6534150" y="3648075"/>
            <a:ext cx="481012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3F5867"/>
                </a:solidFill>
                <a:latin typeface="Arial"/>
                <a:ea typeface="Arial"/>
                <a:cs typeface="Arial"/>
              </a:defRPr>
            </a:pPr>
            <a:r>
              <a:rPr sz="1800" b="0">
                <a:solidFill>
                  <a:srgbClr val="3F5867"/>
                </a:solidFill>
                <a:latin typeface="Arial"/>
                <a:ea typeface="Arial"/>
                <a:cs typeface="Arial"/>
              </a:rPr>
              <a:t>It chooses the next tool action, checks the output, and updates the route from measured evidence.</a:t>
            </a:r>
          </a:p>
        </p:txBody>
      </p:sp>
      <p:sp>
        <p:nvSpPr>
          <p:cNvPr id="11" name="">
            <a:extLst xmlns:a="http://schemas.openxmlformats.org/drawingml/2006/main">
              <a:ext uri="{FF2B5EF4-FFF2-40B4-BE49-F238E27FC236}">
                <a16:creationId xmlns:a16="http://schemas.microsoft.com/office/drawing/2014/main" id="{23820318-E183-4D0F-B325-BADBD6AD1165}"/>
              </a:ext>
            </a:extLst>
          </p:cNvPr>
          <p:cNvSpPr>
            <a:spLocks xmlns:a="http://schemas.openxmlformats.org/drawingml/2006/main" noGrp="1"/>
          </p:cNvSpPr>
          <p:nvPr/>
        </p:nvSpPr>
        <p:spPr>
          <a:xfrm xmlns:a="http://schemas.openxmlformats.org/drawingml/2006/main">
            <a:off x="723900" y="5610225"/>
            <a:ext cx="10668000" cy="781050"/>
          </a:xfrm>
          <a:prstGeom xmlns:a="http://schemas.openxmlformats.org/drawingml/2006/main" prst="roundRect">
            <a:avLst>
              <a:gd name="adj" fmla="val 9756"/>
            </a:avLst>
          </a:prstGeom>
          <a:solidFill xmlns:a="http://schemas.openxmlformats.org/drawingml/2006/main">
            <a:srgbClr val="E8F4F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4BED6DA-E46E-4B51-92CC-88032FE8DE2F}"/>
              </a:ext>
            </a:extLst>
          </p:cNvPr>
          <p:cNvSpPr>
            <a:spLocks xmlns:a="http://schemas.openxmlformats.org/drawingml/2006/main" noGrp="1"/>
          </p:cNvSpPr>
          <p:nvPr/>
        </p:nvSpPr>
        <p:spPr>
          <a:xfrm xmlns:a="http://schemas.openxmlformats.org/drawingml/2006/main">
            <a:off x="962025" y="5772150"/>
            <a:ext cx="10191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152D3C"/>
                </a:solidFill>
                <a:latin typeface="Arial"/>
                <a:ea typeface="Arial"/>
                <a:cs typeface="Arial"/>
              </a:defRPr>
            </a:pPr>
            <a:r>
              <a:rPr sz="2175" b="1">
                <a:solidFill>
                  <a:srgbClr val="152D3C"/>
                </a:solidFill>
                <a:latin typeface="Arial"/>
                <a:ea typeface="Arial"/>
                <a:cs typeface="Arial"/>
              </a:rPr>
              <a:t>The goal is a deployment choice supported by measurements.</a:t>
            </a:r>
          </a:p>
        </p:txBody>
      </p:sp>
    </p:spTree>
    <p:extLst>
      <p:ext uri="{BB962C8B-B14F-4D97-AF65-F5344CB8AC3E}">
        <p14:creationId xmlns:p14="http://schemas.microsoft.com/office/powerpoint/2010/main" val="590458032"/>
      </p:ext>
    </p:extLst>
  </p:cSld>
</p:sld>
</file>

<file path=ppt/slides/slide2.xml><?xml version="1.0" encoding="utf-8"?>
<p:sld xmlns:p="http://schemas.openxmlformats.org/presentationml/2006/main">
  <p:cSld>
    <p:bg>
      <p:bgPr>
        <a:solidFill xmlns:a="http://schemas.openxmlformats.org/drawingml/2006/main">
          <a:srgbClr val="F8FAFA"/>
        </a:solidFill>
      </p:bgPr>
    </p:bg>
    <p:spTree>
      <p:nvGrpSpPr>
        <p:cNvPr id="1" name=""/>
        <p:cNvGrpSpPr/>
        <p:nvPr/>
      </p:nvGrpSpPr>
      <p:grpSpPr>
        <a:xfrm xmlns:a="http://schemas.openxmlformats.org/drawingml/2006/main"/>
      </p:grpSpPr>
      <p:sp>
        <p:nvSpPr>
          <p:cNvPr id="129" name="">
            <a:extLst xmlns:a="http://schemas.openxmlformats.org/drawingml/2006/main">
              <a:ext uri="{FF2B5EF4-FFF2-40B4-BE49-F238E27FC236}">
                <a16:creationId xmlns:a16="http://schemas.microsoft.com/office/drawing/2014/main" id="{859AA758-33CC-45D8-9FB9-B35A2F6CC5F6}"/>
              </a:ext>
            </a:extLst>
          </p:cNvPr>
          <p:cNvSpPr>
            <a:spLocks xmlns:a="http://schemas.openxmlformats.org/drawingml/2006/main" noGrp="1"/>
          </p:cNvSpPr>
          <p:nvPr/>
        </p:nvSpPr>
        <p:spPr>
          <a:xfrm xmlns:a="http://schemas.openxmlformats.org/drawingml/2006/main">
            <a:off x="0" y="0"/>
            <a:ext cx="123825" cy="6858000"/>
          </a:xfrm>
          <a:prstGeom xmlns:a="http://schemas.openxmlformats.org/drawingml/2006/main" prst="rect">
            <a:avLst/>
          </a:prstGeom>
          <a:solidFill xmlns:a="http://schemas.openxmlformats.org/drawingml/2006/main">
            <a:srgbClr val="087E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80A9EE9-E404-4261-81DC-B2E914F73811}"/>
              </a:ext>
            </a:extLst>
          </p:cNvPr>
          <p:cNvSpPr>
            <a:spLocks xmlns:a="http://schemas.openxmlformats.org/drawingml/2006/main" noGrp="1"/>
          </p:cNvSpPr>
          <p:nvPr/>
        </p:nvSpPr>
        <p:spPr>
          <a:xfrm xmlns:a="http://schemas.openxmlformats.org/drawingml/2006/main">
            <a:off x="723900" y="495300"/>
            <a:ext cx="10668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3600" b="1">
                <a:solidFill>
                  <a:srgbClr val="152D3C"/>
                </a:solidFill>
                <a:latin typeface="Arial"/>
                <a:ea typeface="Arial"/>
                <a:cs typeface="Arial"/>
              </a:defRPr>
            </a:pPr>
            <a:r>
              <a:rPr sz="3600" b="1">
                <a:solidFill>
                  <a:srgbClr val="152D3C"/>
                </a:solidFill>
                <a:latin typeface="Arial"/>
                <a:ea typeface="Arial"/>
                <a:cs typeface="Arial"/>
              </a:rPr>
              <a:t>From model to silicon</a:t>
            </a:r>
          </a:p>
        </p:txBody>
      </p:sp>
      <p:sp>
        <p:nvSpPr>
          <p:cNvPr id="3" name="">
            <a:extLst xmlns:a="http://schemas.openxmlformats.org/drawingml/2006/main">
              <a:ext uri="{FF2B5EF4-FFF2-40B4-BE49-F238E27FC236}">
                <a16:creationId xmlns:a16="http://schemas.microsoft.com/office/drawing/2014/main" id="{828A4005-E3D5-46A3-B387-51000BF9E7A9}"/>
              </a:ext>
            </a:extLst>
          </p:cNvPr>
          <p:cNvSpPr>
            <a:spLocks xmlns:a="http://schemas.openxmlformats.org/drawingml/2006/main" noGrp="1"/>
          </p:cNvSpPr>
          <p:nvPr/>
        </p:nvSpPr>
        <p:spPr>
          <a:xfrm xmlns:a="http://schemas.openxmlformats.org/drawingml/2006/main">
            <a:off x="733425" y="1266825"/>
            <a:ext cx="102870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3F5867"/>
                </a:solidFill>
                <a:latin typeface="Arial"/>
                <a:ea typeface="Arial"/>
                <a:cs typeface="Arial"/>
              </a:defRPr>
            </a:pPr>
            <a:r>
              <a:rPr sz="1800" b="0">
                <a:solidFill>
                  <a:srgbClr val="3F5867"/>
                </a:solidFill>
                <a:latin typeface="Arial"/>
                <a:ea typeface="Arial"/>
                <a:cs typeface="Arial"/>
              </a:rPr>
              <a:t>Agent-guided exploration of edge deployment paths</a:t>
            </a:r>
          </a:p>
        </p:txBody>
      </p:sp>
      <p:sp>
        <p:nvSpPr>
          <p:cNvPr id="4" name="">
            <a:extLst xmlns:a="http://schemas.openxmlformats.org/drawingml/2006/main">
              <a:ext uri="{FF2B5EF4-FFF2-40B4-BE49-F238E27FC236}">
                <a16:creationId xmlns:a16="http://schemas.microsoft.com/office/drawing/2014/main" id="{BB14B7AF-8E73-419A-8E1F-5F299EB1140C}"/>
              </a:ext>
            </a:extLst>
          </p:cNvPr>
          <p:cNvSpPr>
            <a:spLocks xmlns:a="http://schemas.openxmlformats.org/drawingml/2006/main" noGrp="1"/>
          </p:cNvSpPr>
          <p:nvPr/>
        </p:nvSpPr>
        <p:spPr>
          <a:xfrm xmlns:a="http://schemas.openxmlformats.org/drawingml/2006/main" flipH="0" flipV="1">
            <a:off x="1057275" y="2600325"/>
            <a:ext cx="438150" cy="3238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5" name="">
            <a:extLst xmlns:a="http://schemas.openxmlformats.org/drawingml/2006/main">
              <a:ext uri="{FF2B5EF4-FFF2-40B4-BE49-F238E27FC236}">
                <a16:creationId xmlns:a16="http://schemas.microsoft.com/office/drawing/2014/main" id="{58DB430A-D8AC-4BF9-82CE-64C3E75C3E6B}"/>
              </a:ext>
            </a:extLst>
          </p:cNvPr>
          <p:cNvSpPr>
            <a:spLocks xmlns:a="http://schemas.openxmlformats.org/drawingml/2006/main" noGrp="1"/>
          </p:cNvSpPr>
          <p:nvPr/>
        </p:nvSpPr>
        <p:spPr>
          <a:xfrm xmlns:a="http://schemas.openxmlformats.org/drawingml/2006/main" flipH="0" flipV="0">
            <a:off x="1057275" y="2924175"/>
            <a:ext cx="438150" cy="3238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6" name="">
            <a:extLst xmlns:a="http://schemas.openxmlformats.org/drawingml/2006/main">
              <a:ext uri="{FF2B5EF4-FFF2-40B4-BE49-F238E27FC236}">
                <a16:creationId xmlns:a16="http://schemas.microsoft.com/office/drawing/2014/main" id="{00AC56CF-8074-4AE0-A267-3188616E2843}"/>
              </a:ext>
            </a:extLst>
          </p:cNvPr>
          <p:cNvSpPr>
            <a:spLocks xmlns:a="http://schemas.openxmlformats.org/drawingml/2006/main" noGrp="1"/>
          </p:cNvSpPr>
          <p:nvPr/>
        </p:nvSpPr>
        <p:spPr>
          <a:xfrm xmlns:a="http://schemas.openxmlformats.org/drawingml/2006/main" flipH="0" flipV="0">
            <a:off x="1057275" y="2924175"/>
            <a:ext cx="438150" cy="9715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7" name="">
            <a:extLst xmlns:a="http://schemas.openxmlformats.org/drawingml/2006/main">
              <a:ext uri="{FF2B5EF4-FFF2-40B4-BE49-F238E27FC236}">
                <a16:creationId xmlns:a16="http://schemas.microsoft.com/office/drawing/2014/main" id="{BE143CB3-4F74-4E36-A213-F828C300F378}"/>
              </a:ext>
            </a:extLst>
          </p:cNvPr>
          <p:cNvSpPr>
            <a:spLocks xmlns:a="http://schemas.openxmlformats.org/drawingml/2006/main" noGrp="1"/>
          </p:cNvSpPr>
          <p:nvPr/>
        </p:nvSpPr>
        <p:spPr>
          <a:xfrm xmlns:a="http://schemas.openxmlformats.org/drawingml/2006/main" flipH="0" flipV="0">
            <a:off x="1057275" y="2924175"/>
            <a:ext cx="438150" cy="16192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8" name="">
            <a:extLst xmlns:a="http://schemas.openxmlformats.org/drawingml/2006/main">
              <a:ext uri="{FF2B5EF4-FFF2-40B4-BE49-F238E27FC236}">
                <a16:creationId xmlns:a16="http://schemas.microsoft.com/office/drawing/2014/main" id="{E1413E5A-2009-4676-BB07-3E753B821B00}"/>
              </a:ext>
            </a:extLst>
          </p:cNvPr>
          <p:cNvSpPr>
            <a:spLocks xmlns:a="http://schemas.openxmlformats.org/drawingml/2006/main" noGrp="1"/>
          </p:cNvSpPr>
          <p:nvPr/>
        </p:nvSpPr>
        <p:spPr>
          <a:xfrm xmlns:a="http://schemas.openxmlformats.org/drawingml/2006/main" flipH="0" flipV="1">
            <a:off x="1057275" y="2600325"/>
            <a:ext cx="438150" cy="9715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9" name="">
            <a:extLst xmlns:a="http://schemas.openxmlformats.org/drawingml/2006/main">
              <a:ext uri="{FF2B5EF4-FFF2-40B4-BE49-F238E27FC236}">
                <a16:creationId xmlns:a16="http://schemas.microsoft.com/office/drawing/2014/main" id="{AE73AC14-EFA3-45CC-8FA7-9EEC8394FCB7}"/>
              </a:ext>
            </a:extLst>
          </p:cNvPr>
          <p:cNvSpPr>
            <a:spLocks xmlns:a="http://schemas.openxmlformats.org/drawingml/2006/main" noGrp="1"/>
          </p:cNvSpPr>
          <p:nvPr/>
        </p:nvSpPr>
        <p:spPr>
          <a:xfrm xmlns:a="http://schemas.openxmlformats.org/drawingml/2006/main" flipH="0" flipV="1">
            <a:off x="1057275" y="3248025"/>
            <a:ext cx="438150" cy="3238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0" name="">
            <a:extLst xmlns:a="http://schemas.openxmlformats.org/drawingml/2006/main">
              <a:ext uri="{FF2B5EF4-FFF2-40B4-BE49-F238E27FC236}">
                <a16:creationId xmlns:a16="http://schemas.microsoft.com/office/drawing/2014/main" id="{F5CF5D75-44F0-4CD5-BDB4-69E6D7CA46C8}"/>
              </a:ext>
            </a:extLst>
          </p:cNvPr>
          <p:cNvSpPr>
            <a:spLocks xmlns:a="http://schemas.openxmlformats.org/drawingml/2006/main" noGrp="1"/>
          </p:cNvSpPr>
          <p:nvPr/>
        </p:nvSpPr>
        <p:spPr>
          <a:xfrm xmlns:a="http://schemas.openxmlformats.org/drawingml/2006/main" flipH="0" flipV="0">
            <a:off x="1057275" y="3571875"/>
            <a:ext cx="438150" cy="3238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1" name="">
            <a:extLst xmlns:a="http://schemas.openxmlformats.org/drawingml/2006/main">
              <a:ext uri="{FF2B5EF4-FFF2-40B4-BE49-F238E27FC236}">
                <a16:creationId xmlns:a16="http://schemas.microsoft.com/office/drawing/2014/main" id="{F735A085-ED2F-4626-A5F8-D2C6D54B24A8}"/>
              </a:ext>
            </a:extLst>
          </p:cNvPr>
          <p:cNvSpPr>
            <a:spLocks xmlns:a="http://schemas.openxmlformats.org/drawingml/2006/main" noGrp="1"/>
          </p:cNvSpPr>
          <p:nvPr/>
        </p:nvSpPr>
        <p:spPr>
          <a:xfrm xmlns:a="http://schemas.openxmlformats.org/drawingml/2006/main" flipH="0" flipV="0">
            <a:off x="1057275" y="3571875"/>
            <a:ext cx="438150" cy="9715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2" name="">
            <a:extLst xmlns:a="http://schemas.openxmlformats.org/drawingml/2006/main">
              <a:ext uri="{FF2B5EF4-FFF2-40B4-BE49-F238E27FC236}">
                <a16:creationId xmlns:a16="http://schemas.microsoft.com/office/drawing/2014/main" id="{06DF2345-B963-42C7-B8CD-9D8DF3D29EB3}"/>
              </a:ext>
            </a:extLst>
          </p:cNvPr>
          <p:cNvSpPr>
            <a:spLocks xmlns:a="http://schemas.openxmlformats.org/drawingml/2006/main" noGrp="1"/>
          </p:cNvSpPr>
          <p:nvPr/>
        </p:nvSpPr>
        <p:spPr>
          <a:xfrm xmlns:a="http://schemas.openxmlformats.org/drawingml/2006/main" flipH="0" flipV="1">
            <a:off x="1057275" y="2600325"/>
            <a:ext cx="438150" cy="16192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3" name="">
            <a:extLst xmlns:a="http://schemas.openxmlformats.org/drawingml/2006/main">
              <a:ext uri="{FF2B5EF4-FFF2-40B4-BE49-F238E27FC236}">
                <a16:creationId xmlns:a16="http://schemas.microsoft.com/office/drawing/2014/main" id="{8F1D9522-6DE4-49C4-A7D9-ADAFF23B953A}"/>
              </a:ext>
            </a:extLst>
          </p:cNvPr>
          <p:cNvSpPr>
            <a:spLocks xmlns:a="http://schemas.openxmlformats.org/drawingml/2006/main" noGrp="1"/>
          </p:cNvSpPr>
          <p:nvPr/>
        </p:nvSpPr>
        <p:spPr>
          <a:xfrm xmlns:a="http://schemas.openxmlformats.org/drawingml/2006/main" flipH="0" flipV="1">
            <a:off x="1057275" y="3248025"/>
            <a:ext cx="438150" cy="9715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4" name="">
            <a:extLst xmlns:a="http://schemas.openxmlformats.org/drawingml/2006/main">
              <a:ext uri="{FF2B5EF4-FFF2-40B4-BE49-F238E27FC236}">
                <a16:creationId xmlns:a16="http://schemas.microsoft.com/office/drawing/2014/main" id="{AF55D1F1-1953-4A72-8A54-3006E0B7D9EB}"/>
              </a:ext>
            </a:extLst>
          </p:cNvPr>
          <p:cNvSpPr>
            <a:spLocks xmlns:a="http://schemas.openxmlformats.org/drawingml/2006/main" noGrp="1"/>
          </p:cNvSpPr>
          <p:nvPr/>
        </p:nvSpPr>
        <p:spPr>
          <a:xfrm xmlns:a="http://schemas.openxmlformats.org/drawingml/2006/main" flipH="0" flipV="1">
            <a:off x="1057275" y="3895725"/>
            <a:ext cx="438150" cy="3238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5" name="">
            <a:extLst xmlns:a="http://schemas.openxmlformats.org/drawingml/2006/main">
              <a:ext uri="{FF2B5EF4-FFF2-40B4-BE49-F238E27FC236}">
                <a16:creationId xmlns:a16="http://schemas.microsoft.com/office/drawing/2014/main" id="{820E6FF4-79DD-4BD4-B845-70A9A3D6E551}"/>
              </a:ext>
            </a:extLst>
          </p:cNvPr>
          <p:cNvSpPr>
            <a:spLocks xmlns:a="http://schemas.openxmlformats.org/drawingml/2006/main" noGrp="1"/>
          </p:cNvSpPr>
          <p:nvPr/>
        </p:nvSpPr>
        <p:spPr>
          <a:xfrm xmlns:a="http://schemas.openxmlformats.org/drawingml/2006/main" flipH="0" flipV="0">
            <a:off x="1057275" y="4219575"/>
            <a:ext cx="438150" cy="32385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6" name="">
            <a:extLst xmlns:a="http://schemas.openxmlformats.org/drawingml/2006/main">
              <a:ext uri="{FF2B5EF4-FFF2-40B4-BE49-F238E27FC236}">
                <a16:creationId xmlns:a16="http://schemas.microsoft.com/office/drawing/2014/main" id="{4BB207DC-8124-49E5-B212-E0B10D643233}"/>
              </a:ext>
            </a:extLst>
          </p:cNvPr>
          <p:cNvSpPr>
            <a:spLocks xmlns:a="http://schemas.openxmlformats.org/drawingml/2006/main" noGrp="1"/>
          </p:cNvSpPr>
          <p:nvPr/>
        </p:nvSpPr>
        <p:spPr>
          <a:xfrm xmlns:a="http://schemas.openxmlformats.org/drawingml/2006/main" flipH="0" flipV="0">
            <a:off x="1666875" y="2600325"/>
            <a:ext cx="438150" cy="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7" name="">
            <a:extLst xmlns:a="http://schemas.openxmlformats.org/drawingml/2006/main">
              <a:ext uri="{FF2B5EF4-FFF2-40B4-BE49-F238E27FC236}">
                <a16:creationId xmlns:a16="http://schemas.microsoft.com/office/drawing/2014/main" id="{896AA100-8EAA-439D-96B7-5D403E4FCF6E}"/>
              </a:ext>
            </a:extLst>
          </p:cNvPr>
          <p:cNvSpPr>
            <a:spLocks xmlns:a="http://schemas.openxmlformats.org/drawingml/2006/main" noGrp="1"/>
          </p:cNvSpPr>
          <p:nvPr/>
        </p:nvSpPr>
        <p:spPr>
          <a:xfrm xmlns:a="http://schemas.openxmlformats.org/drawingml/2006/main" flipH="0" flipV="0">
            <a:off x="1666875" y="26003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8" name="">
            <a:extLst xmlns:a="http://schemas.openxmlformats.org/drawingml/2006/main">
              <a:ext uri="{FF2B5EF4-FFF2-40B4-BE49-F238E27FC236}">
                <a16:creationId xmlns:a16="http://schemas.microsoft.com/office/drawing/2014/main" id="{7136081F-77C2-46FD-8545-2C2173E6E43D}"/>
              </a:ext>
            </a:extLst>
          </p:cNvPr>
          <p:cNvSpPr>
            <a:spLocks xmlns:a="http://schemas.openxmlformats.org/drawingml/2006/main" noGrp="1"/>
          </p:cNvSpPr>
          <p:nvPr/>
        </p:nvSpPr>
        <p:spPr>
          <a:xfrm xmlns:a="http://schemas.openxmlformats.org/drawingml/2006/main" flipH="0" flipV="0">
            <a:off x="1666875" y="2600325"/>
            <a:ext cx="438150" cy="12954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19" name="">
            <a:extLst xmlns:a="http://schemas.openxmlformats.org/drawingml/2006/main">
              <a:ext uri="{FF2B5EF4-FFF2-40B4-BE49-F238E27FC236}">
                <a16:creationId xmlns:a16="http://schemas.microsoft.com/office/drawing/2014/main" id="{0A57A791-2B2B-4038-B3A0-8D6F4FC6FDEA}"/>
              </a:ext>
            </a:extLst>
          </p:cNvPr>
          <p:cNvSpPr>
            <a:spLocks xmlns:a="http://schemas.openxmlformats.org/drawingml/2006/main" noGrp="1"/>
          </p:cNvSpPr>
          <p:nvPr/>
        </p:nvSpPr>
        <p:spPr>
          <a:xfrm xmlns:a="http://schemas.openxmlformats.org/drawingml/2006/main" flipH="0" flipV="0">
            <a:off x="1666875" y="2600325"/>
            <a:ext cx="438150" cy="19431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0" name="">
            <a:extLst xmlns:a="http://schemas.openxmlformats.org/drawingml/2006/main">
              <a:ext uri="{FF2B5EF4-FFF2-40B4-BE49-F238E27FC236}">
                <a16:creationId xmlns:a16="http://schemas.microsoft.com/office/drawing/2014/main" id="{FA5141A6-E3A8-4415-B8D9-DC4C2167EE4C}"/>
              </a:ext>
            </a:extLst>
          </p:cNvPr>
          <p:cNvSpPr>
            <a:spLocks xmlns:a="http://schemas.openxmlformats.org/drawingml/2006/main" noGrp="1"/>
          </p:cNvSpPr>
          <p:nvPr/>
        </p:nvSpPr>
        <p:spPr>
          <a:xfrm xmlns:a="http://schemas.openxmlformats.org/drawingml/2006/main" flipH="0" flipV="1">
            <a:off x="1666875" y="26003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1" name="">
            <a:extLst xmlns:a="http://schemas.openxmlformats.org/drawingml/2006/main">
              <a:ext uri="{FF2B5EF4-FFF2-40B4-BE49-F238E27FC236}">
                <a16:creationId xmlns:a16="http://schemas.microsoft.com/office/drawing/2014/main" id="{AC8B6E34-38F5-411D-9E25-34A2D23E6BBE}"/>
              </a:ext>
            </a:extLst>
          </p:cNvPr>
          <p:cNvSpPr>
            <a:spLocks xmlns:a="http://schemas.openxmlformats.org/drawingml/2006/main" noGrp="1"/>
          </p:cNvSpPr>
          <p:nvPr/>
        </p:nvSpPr>
        <p:spPr>
          <a:xfrm xmlns:a="http://schemas.openxmlformats.org/drawingml/2006/main" flipH="0" flipV="0">
            <a:off x="1666875" y="3248025"/>
            <a:ext cx="438150" cy="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2" name="">
            <a:extLst xmlns:a="http://schemas.openxmlformats.org/drawingml/2006/main">
              <a:ext uri="{FF2B5EF4-FFF2-40B4-BE49-F238E27FC236}">
                <a16:creationId xmlns:a16="http://schemas.microsoft.com/office/drawing/2014/main" id="{95860A14-FAA5-4DB7-800E-076853FECAD9}"/>
              </a:ext>
            </a:extLst>
          </p:cNvPr>
          <p:cNvSpPr>
            <a:spLocks xmlns:a="http://schemas.openxmlformats.org/drawingml/2006/main" noGrp="1"/>
          </p:cNvSpPr>
          <p:nvPr/>
        </p:nvSpPr>
        <p:spPr>
          <a:xfrm xmlns:a="http://schemas.openxmlformats.org/drawingml/2006/main" flipH="0" flipV="0">
            <a:off x="1666875" y="32480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3" name="">
            <a:extLst xmlns:a="http://schemas.openxmlformats.org/drawingml/2006/main">
              <a:ext uri="{FF2B5EF4-FFF2-40B4-BE49-F238E27FC236}">
                <a16:creationId xmlns:a16="http://schemas.microsoft.com/office/drawing/2014/main" id="{B601C86D-7CC0-42F6-9040-BDF5FEABED07}"/>
              </a:ext>
            </a:extLst>
          </p:cNvPr>
          <p:cNvSpPr>
            <a:spLocks xmlns:a="http://schemas.openxmlformats.org/drawingml/2006/main" noGrp="1"/>
          </p:cNvSpPr>
          <p:nvPr/>
        </p:nvSpPr>
        <p:spPr>
          <a:xfrm xmlns:a="http://schemas.openxmlformats.org/drawingml/2006/main" flipH="0" flipV="0">
            <a:off x="1666875" y="3248025"/>
            <a:ext cx="438150" cy="12954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4" name="">
            <a:extLst xmlns:a="http://schemas.openxmlformats.org/drawingml/2006/main">
              <a:ext uri="{FF2B5EF4-FFF2-40B4-BE49-F238E27FC236}">
                <a16:creationId xmlns:a16="http://schemas.microsoft.com/office/drawing/2014/main" id="{D83E9F18-39EE-4BD9-8117-F6D3ACEF4F96}"/>
              </a:ext>
            </a:extLst>
          </p:cNvPr>
          <p:cNvSpPr>
            <a:spLocks xmlns:a="http://schemas.openxmlformats.org/drawingml/2006/main" noGrp="1"/>
          </p:cNvSpPr>
          <p:nvPr/>
        </p:nvSpPr>
        <p:spPr>
          <a:xfrm xmlns:a="http://schemas.openxmlformats.org/drawingml/2006/main" flipH="0" flipV="1">
            <a:off x="1666875" y="2600325"/>
            <a:ext cx="438150" cy="12954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5" name="">
            <a:extLst xmlns:a="http://schemas.openxmlformats.org/drawingml/2006/main">
              <a:ext uri="{FF2B5EF4-FFF2-40B4-BE49-F238E27FC236}">
                <a16:creationId xmlns:a16="http://schemas.microsoft.com/office/drawing/2014/main" id="{977BB1F5-D5AF-48BD-A8A4-01AA0EEB0208}"/>
              </a:ext>
            </a:extLst>
          </p:cNvPr>
          <p:cNvSpPr>
            <a:spLocks xmlns:a="http://schemas.openxmlformats.org/drawingml/2006/main" noGrp="1"/>
          </p:cNvSpPr>
          <p:nvPr/>
        </p:nvSpPr>
        <p:spPr>
          <a:xfrm xmlns:a="http://schemas.openxmlformats.org/drawingml/2006/main" flipH="0" flipV="1">
            <a:off x="1666875" y="32480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6" name="">
            <a:extLst xmlns:a="http://schemas.openxmlformats.org/drawingml/2006/main">
              <a:ext uri="{FF2B5EF4-FFF2-40B4-BE49-F238E27FC236}">
                <a16:creationId xmlns:a16="http://schemas.microsoft.com/office/drawing/2014/main" id="{E9AC7E09-FFB2-4F3B-B2CC-E741DD09D779}"/>
              </a:ext>
            </a:extLst>
          </p:cNvPr>
          <p:cNvSpPr>
            <a:spLocks xmlns:a="http://schemas.openxmlformats.org/drawingml/2006/main" noGrp="1"/>
          </p:cNvSpPr>
          <p:nvPr/>
        </p:nvSpPr>
        <p:spPr>
          <a:xfrm xmlns:a="http://schemas.openxmlformats.org/drawingml/2006/main" flipH="0" flipV="0">
            <a:off x="1666875" y="3895725"/>
            <a:ext cx="438150" cy="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7" name="">
            <a:extLst xmlns:a="http://schemas.openxmlformats.org/drawingml/2006/main">
              <a:ext uri="{FF2B5EF4-FFF2-40B4-BE49-F238E27FC236}">
                <a16:creationId xmlns:a16="http://schemas.microsoft.com/office/drawing/2014/main" id="{C861A840-5D50-4111-81C0-A2CF786351E7}"/>
              </a:ext>
            </a:extLst>
          </p:cNvPr>
          <p:cNvSpPr>
            <a:spLocks xmlns:a="http://schemas.openxmlformats.org/drawingml/2006/main" noGrp="1"/>
          </p:cNvSpPr>
          <p:nvPr/>
        </p:nvSpPr>
        <p:spPr>
          <a:xfrm xmlns:a="http://schemas.openxmlformats.org/drawingml/2006/main" flipH="0" flipV="0">
            <a:off x="1666875" y="38957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8" name="">
            <a:extLst xmlns:a="http://schemas.openxmlformats.org/drawingml/2006/main">
              <a:ext uri="{FF2B5EF4-FFF2-40B4-BE49-F238E27FC236}">
                <a16:creationId xmlns:a16="http://schemas.microsoft.com/office/drawing/2014/main" id="{4E601188-1D27-4C76-AA53-7658ADA3F493}"/>
              </a:ext>
            </a:extLst>
          </p:cNvPr>
          <p:cNvSpPr>
            <a:spLocks xmlns:a="http://schemas.openxmlformats.org/drawingml/2006/main" noGrp="1"/>
          </p:cNvSpPr>
          <p:nvPr/>
        </p:nvSpPr>
        <p:spPr>
          <a:xfrm xmlns:a="http://schemas.openxmlformats.org/drawingml/2006/main" flipH="0" flipV="1">
            <a:off x="1666875" y="2600325"/>
            <a:ext cx="438150" cy="19431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29" name="">
            <a:extLst xmlns:a="http://schemas.openxmlformats.org/drawingml/2006/main">
              <a:ext uri="{FF2B5EF4-FFF2-40B4-BE49-F238E27FC236}">
                <a16:creationId xmlns:a16="http://schemas.microsoft.com/office/drawing/2014/main" id="{2347C079-5DAD-4A2D-B9FE-9598CF1D260A}"/>
              </a:ext>
            </a:extLst>
          </p:cNvPr>
          <p:cNvSpPr>
            <a:spLocks xmlns:a="http://schemas.openxmlformats.org/drawingml/2006/main" noGrp="1"/>
          </p:cNvSpPr>
          <p:nvPr/>
        </p:nvSpPr>
        <p:spPr>
          <a:xfrm xmlns:a="http://schemas.openxmlformats.org/drawingml/2006/main" flipH="0" flipV="1">
            <a:off x="1666875" y="3248025"/>
            <a:ext cx="438150" cy="12954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0" name="">
            <a:extLst xmlns:a="http://schemas.openxmlformats.org/drawingml/2006/main">
              <a:ext uri="{FF2B5EF4-FFF2-40B4-BE49-F238E27FC236}">
                <a16:creationId xmlns:a16="http://schemas.microsoft.com/office/drawing/2014/main" id="{9CAE4A4A-2F9D-4DC1-90F7-2C946F7B2152}"/>
              </a:ext>
            </a:extLst>
          </p:cNvPr>
          <p:cNvSpPr>
            <a:spLocks xmlns:a="http://schemas.openxmlformats.org/drawingml/2006/main" noGrp="1"/>
          </p:cNvSpPr>
          <p:nvPr/>
        </p:nvSpPr>
        <p:spPr>
          <a:xfrm xmlns:a="http://schemas.openxmlformats.org/drawingml/2006/main" flipH="0" flipV="1">
            <a:off x="1666875" y="38957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1" name="">
            <a:extLst xmlns:a="http://schemas.openxmlformats.org/drawingml/2006/main">
              <a:ext uri="{FF2B5EF4-FFF2-40B4-BE49-F238E27FC236}">
                <a16:creationId xmlns:a16="http://schemas.microsoft.com/office/drawing/2014/main" id="{3B7E2916-DD3E-46A0-BDB0-61FA76B2DCB9}"/>
              </a:ext>
            </a:extLst>
          </p:cNvPr>
          <p:cNvSpPr>
            <a:spLocks xmlns:a="http://schemas.openxmlformats.org/drawingml/2006/main" noGrp="1"/>
          </p:cNvSpPr>
          <p:nvPr/>
        </p:nvSpPr>
        <p:spPr>
          <a:xfrm xmlns:a="http://schemas.openxmlformats.org/drawingml/2006/main" flipH="0" flipV="0">
            <a:off x="1666875" y="4543425"/>
            <a:ext cx="438150" cy="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2" name="">
            <a:extLst xmlns:a="http://schemas.openxmlformats.org/drawingml/2006/main">
              <a:ext uri="{FF2B5EF4-FFF2-40B4-BE49-F238E27FC236}">
                <a16:creationId xmlns:a16="http://schemas.microsoft.com/office/drawing/2014/main" id="{2C7FF5FE-A285-4080-80AB-3349CF9E8F69}"/>
              </a:ext>
            </a:extLst>
          </p:cNvPr>
          <p:cNvSpPr>
            <a:spLocks xmlns:a="http://schemas.openxmlformats.org/drawingml/2006/main" noGrp="1"/>
          </p:cNvSpPr>
          <p:nvPr/>
        </p:nvSpPr>
        <p:spPr>
          <a:xfrm xmlns:a="http://schemas.openxmlformats.org/drawingml/2006/main" flipH="0" flipV="0">
            <a:off x="2276475" y="26003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3" name="">
            <a:extLst xmlns:a="http://schemas.openxmlformats.org/drawingml/2006/main">
              <a:ext uri="{FF2B5EF4-FFF2-40B4-BE49-F238E27FC236}">
                <a16:creationId xmlns:a16="http://schemas.microsoft.com/office/drawing/2014/main" id="{2887DDA4-34FD-41AF-B51C-9E9C38EA2BCE}"/>
              </a:ext>
            </a:extLst>
          </p:cNvPr>
          <p:cNvSpPr>
            <a:spLocks xmlns:a="http://schemas.openxmlformats.org/drawingml/2006/main" noGrp="1"/>
          </p:cNvSpPr>
          <p:nvPr/>
        </p:nvSpPr>
        <p:spPr>
          <a:xfrm xmlns:a="http://schemas.openxmlformats.org/drawingml/2006/main" flipH="0" flipV="0">
            <a:off x="2276475" y="2600325"/>
            <a:ext cx="438150" cy="12954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4" name="">
            <a:extLst xmlns:a="http://schemas.openxmlformats.org/drawingml/2006/main">
              <a:ext uri="{FF2B5EF4-FFF2-40B4-BE49-F238E27FC236}">
                <a16:creationId xmlns:a16="http://schemas.microsoft.com/office/drawing/2014/main" id="{5D994DF4-6756-4863-A19C-C3C21E1775E0}"/>
              </a:ext>
            </a:extLst>
          </p:cNvPr>
          <p:cNvSpPr>
            <a:spLocks xmlns:a="http://schemas.openxmlformats.org/drawingml/2006/main" noGrp="1"/>
          </p:cNvSpPr>
          <p:nvPr/>
        </p:nvSpPr>
        <p:spPr>
          <a:xfrm xmlns:a="http://schemas.openxmlformats.org/drawingml/2006/main" flipH="0" flipV="0">
            <a:off x="2276475" y="3248025"/>
            <a:ext cx="438150" cy="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5" name="">
            <a:extLst xmlns:a="http://schemas.openxmlformats.org/drawingml/2006/main">
              <a:ext uri="{FF2B5EF4-FFF2-40B4-BE49-F238E27FC236}">
                <a16:creationId xmlns:a16="http://schemas.microsoft.com/office/drawing/2014/main" id="{B2897452-42E2-468A-A1C3-F0277226506C}"/>
              </a:ext>
            </a:extLst>
          </p:cNvPr>
          <p:cNvSpPr>
            <a:spLocks xmlns:a="http://schemas.openxmlformats.org/drawingml/2006/main" noGrp="1"/>
          </p:cNvSpPr>
          <p:nvPr/>
        </p:nvSpPr>
        <p:spPr>
          <a:xfrm xmlns:a="http://schemas.openxmlformats.org/drawingml/2006/main" flipH="0" flipV="0">
            <a:off x="2276475" y="32480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6" name="">
            <a:extLst xmlns:a="http://schemas.openxmlformats.org/drawingml/2006/main">
              <a:ext uri="{FF2B5EF4-FFF2-40B4-BE49-F238E27FC236}">
                <a16:creationId xmlns:a16="http://schemas.microsoft.com/office/drawing/2014/main" id="{19C56D1D-2888-44C5-B5BE-369B58D6E955}"/>
              </a:ext>
            </a:extLst>
          </p:cNvPr>
          <p:cNvSpPr>
            <a:spLocks xmlns:a="http://schemas.openxmlformats.org/drawingml/2006/main" noGrp="1"/>
          </p:cNvSpPr>
          <p:nvPr/>
        </p:nvSpPr>
        <p:spPr>
          <a:xfrm xmlns:a="http://schemas.openxmlformats.org/drawingml/2006/main" flipH="0" flipV="1">
            <a:off x="2276475" y="32480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7" name="">
            <a:extLst xmlns:a="http://schemas.openxmlformats.org/drawingml/2006/main">
              <a:ext uri="{FF2B5EF4-FFF2-40B4-BE49-F238E27FC236}">
                <a16:creationId xmlns:a16="http://schemas.microsoft.com/office/drawing/2014/main" id="{7E4AFA93-3CD0-421C-8D53-6E84A87960F1}"/>
              </a:ext>
            </a:extLst>
          </p:cNvPr>
          <p:cNvSpPr>
            <a:spLocks xmlns:a="http://schemas.openxmlformats.org/drawingml/2006/main" noGrp="1"/>
          </p:cNvSpPr>
          <p:nvPr/>
        </p:nvSpPr>
        <p:spPr>
          <a:xfrm xmlns:a="http://schemas.openxmlformats.org/drawingml/2006/main" flipH="0" flipV="0">
            <a:off x="2276475" y="3895725"/>
            <a:ext cx="438150" cy="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8" name="">
            <a:extLst xmlns:a="http://schemas.openxmlformats.org/drawingml/2006/main">
              <a:ext uri="{FF2B5EF4-FFF2-40B4-BE49-F238E27FC236}">
                <a16:creationId xmlns:a16="http://schemas.microsoft.com/office/drawing/2014/main" id="{A07DE44F-22CC-470A-9568-9BF3E8951DEC}"/>
              </a:ext>
            </a:extLst>
          </p:cNvPr>
          <p:cNvSpPr>
            <a:spLocks xmlns:a="http://schemas.openxmlformats.org/drawingml/2006/main" noGrp="1"/>
          </p:cNvSpPr>
          <p:nvPr/>
        </p:nvSpPr>
        <p:spPr>
          <a:xfrm xmlns:a="http://schemas.openxmlformats.org/drawingml/2006/main" flipH="0" flipV="1">
            <a:off x="2276475" y="3248025"/>
            <a:ext cx="438150" cy="12954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39" name="">
            <a:extLst xmlns:a="http://schemas.openxmlformats.org/drawingml/2006/main">
              <a:ext uri="{FF2B5EF4-FFF2-40B4-BE49-F238E27FC236}">
                <a16:creationId xmlns:a16="http://schemas.microsoft.com/office/drawing/2014/main" id="{6B0EADF7-6358-4FBC-9F32-B2F5F0856F27}"/>
              </a:ext>
            </a:extLst>
          </p:cNvPr>
          <p:cNvSpPr>
            <a:spLocks xmlns:a="http://schemas.openxmlformats.org/drawingml/2006/main" noGrp="1"/>
          </p:cNvSpPr>
          <p:nvPr/>
        </p:nvSpPr>
        <p:spPr>
          <a:xfrm xmlns:a="http://schemas.openxmlformats.org/drawingml/2006/main" flipH="0" flipV="1">
            <a:off x="2276475" y="3895725"/>
            <a:ext cx="438150" cy="647700"/>
          </a:xfrm>
          <a:prstGeom xmlns:a="http://schemas.openxmlformats.org/drawingml/2006/main" prst="line">
            <a:avLst/>
          </a:prstGeom>
          <a:noFill xmlns:a="http://schemas.openxmlformats.org/drawingml/2006/main"/>
          <a:ln xmlns:a="http://schemas.openxmlformats.org/drawingml/2006/main" w="11430">
            <a:solidFill>
              <a:srgbClr val="708E9E"/>
            </a:solidFill>
            <a:prstDash val="solid"/>
          </a:ln>
        </p:spPr>
      </p:sp>
      <p:sp>
        <p:nvSpPr>
          <p:cNvPr id="40" name="">
            <a:extLst xmlns:a="http://schemas.openxmlformats.org/drawingml/2006/main">
              <a:ext uri="{FF2B5EF4-FFF2-40B4-BE49-F238E27FC236}">
                <a16:creationId xmlns:a16="http://schemas.microsoft.com/office/drawing/2014/main" id="{C21CE18F-7975-4CFD-B11A-13A4851AF704}"/>
              </a:ext>
            </a:extLst>
          </p:cNvPr>
          <p:cNvSpPr>
            <a:spLocks xmlns:a="http://schemas.openxmlformats.org/drawingml/2006/main" noGrp="1"/>
          </p:cNvSpPr>
          <p:nvPr/>
        </p:nvSpPr>
        <p:spPr>
          <a:xfrm xmlns:a="http://schemas.openxmlformats.org/drawingml/2006/main">
            <a:off x="885825" y="2838450"/>
            <a:ext cx="171450" cy="171450"/>
          </a:xfrm>
          <a:prstGeom xmlns:a="http://schemas.openxmlformats.org/drawingml/2006/main" prst="ellipse">
            <a:avLst/>
          </a:prstGeom>
          <a:solidFill xmlns:a="http://schemas.openxmlformats.org/drawingml/2006/main">
            <a:srgbClr val="1BA6AE"/>
          </a:solidFill>
          <a:ln xmlns:a="http://schemas.openxmlformats.org/drawingml/2006/main" w="16193">
            <a:solidFill>
              <a:srgbClr val="087E89"/>
            </a:solidFill>
            <a:prstDash val="solid"/>
          </a:ln>
        </p:spPr>
      </p:sp>
      <p:sp>
        <p:nvSpPr>
          <p:cNvPr id="41" name="">
            <a:extLst xmlns:a="http://schemas.openxmlformats.org/drawingml/2006/main">
              <a:ext uri="{FF2B5EF4-FFF2-40B4-BE49-F238E27FC236}">
                <a16:creationId xmlns:a16="http://schemas.microsoft.com/office/drawing/2014/main" id="{A313B381-16FC-4249-BCD1-61DA3F007203}"/>
              </a:ext>
            </a:extLst>
          </p:cNvPr>
          <p:cNvSpPr>
            <a:spLocks xmlns:a="http://schemas.openxmlformats.org/drawingml/2006/main" noGrp="1"/>
          </p:cNvSpPr>
          <p:nvPr/>
        </p:nvSpPr>
        <p:spPr>
          <a:xfrm xmlns:a="http://schemas.openxmlformats.org/drawingml/2006/main">
            <a:off x="885825" y="3486150"/>
            <a:ext cx="171450" cy="171450"/>
          </a:xfrm>
          <a:prstGeom xmlns:a="http://schemas.openxmlformats.org/drawingml/2006/main" prst="ellipse">
            <a:avLst/>
          </a:prstGeom>
          <a:solidFill xmlns:a="http://schemas.openxmlformats.org/drawingml/2006/main">
            <a:srgbClr val="1BA6AE"/>
          </a:solidFill>
          <a:ln xmlns:a="http://schemas.openxmlformats.org/drawingml/2006/main" w="16193">
            <a:solidFill>
              <a:srgbClr val="087E89"/>
            </a:solidFill>
            <a:prstDash val="solid"/>
          </a:ln>
        </p:spPr>
      </p:sp>
      <p:sp>
        <p:nvSpPr>
          <p:cNvPr id="42" name="">
            <a:extLst xmlns:a="http://schemas.openxmlformats.org/drawingml/2006/main">
              <a:ext uri="{FF2B5EF4-FFF2-40B4-BE49-F238E27FC236}">
                <a16:creationId xmlns:a16="http://schemas.microsoft.com/office/drawing/2014/main" id="{5DB785BC-597A-4BE7-8A41-60C438671C06}"/>
              </a:ext>
            </a:extLst>
          </p:cNvPr>
          <p:cNvSpPr>
            <a:spLocks xmlns:a="http://schemas.openxmlformats.org/drawingml/2006/main" noGrp="1"/>
          </p:cNvSpPr>
          <p:nvPr/>
        </p:nvSpPr>
        <p:spPr>
          <a:xfrm xmlns:a="http://schemas.openxmlformats.org/drawingml/2006/main">
            <a:off x="885825" y="4133850"/>
            <a:ext cx="171450" cy="171450"/>
          </a:xfrm>
          <a:prstGeom xmlns:a="http://schemas.openxmlformats.org/drawingml/2006/main" prst="ellipse">
            <a:avLst/>
          </a:prstGeom>
          <a:solidFill xmlns:a="http://schemas.openxmlformats.org/drawingml/2006/main">
            <a:srgbClr val="1BA6AE"/>
          </a:solidFill>
          <a:ln xmlns:a="http://schemas.openxmlformats.org/drawingml/2006/main" w="16193">
            <a:solidFill>
              <a:srgbClr val="087E89"/>
            </a:solidFill>
            <a:prstDash val="solid"/>
          </a:ln>
        </p:spPr>
      </p:sp>
      <p:sp>
        <p:nvSpPr>
          <p:cNvPr id="43" name="">
            <a:extLst xmlns:a="http://schemas.openxmlformats.org/drawingml/2006/main">
              <a:ext uri="{FF2B5EF4-FFF2-40B4-BE49-F238E27FC236}">
                <a16:creationId xmlns:a16="http://schemas.microsoft.com/office/drawing/2014/main" id="{B2E030A5-AC89-443C-B1A4-4172D39A5556}"/>
              </a:ext>
            </a:extLst>
          </p:cNvPr>
          <p:cNvSpPr>
            <a:spLocks xmlns:a="http://schemas.openxmlformats.org/drawingml/2006/main" noGrp="1"/>
          </p:cNvSpPr>
          <p:nvPr/>
        </p:nvSpPr>
        <p:spPr>
          <a:xfrm xmlns:a="http://schemas.openxmlformats.org/drawingml/2006/main">
            <a:off x="1495425" y="25146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44" name="">
            <a:extLst xmlns:a="http://schemas.openxmlformats.org/drawingml/2006/main">
              <a:ext uri="{FF2B5EF4-FFF2-40B4-BE49-F238E27FC236}">
                <a16:creationId xmlns:a16="http://schemas.microsoft.com/office/drawing/2014/main" id="{5232F592-32F0-438C-9C49-7473EE9281DB}"/>
              </a:ext>
            </a:extLst>
          </p:cNvPr>
          <p:cNvSpPr>
            <a:spLocks xmlns:a="http://schemas.openxmlformats.org/drawingml/2006/main" noGrp="1"/>
          </p:cNvSpPr>
          <p:nvPr/>
        </p:nvSpPr>
        <p:spPr>
          <a:xfrm xmlns:a="http://schemas.openxmlformats.org/drawingml/2006/main">
            <a:off x="1495425" y="31623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45" name="">
            <a:extLst xmlns:a="http://schemas.openxmlformats.org/drawingml/2006/main">
              <a:ext uri="{FF2B5EF4-FFF2-40B4-BE49-F238E27FC236}">
                <a16:creationId xmlns:a16="http://schemas.microsoft.com/office/drawing/2014/main" id="{ECD2E320-3D23-42FD-A4A1-A9ADD3818847}"/>
              </a:ext>
            </a:extLst>
          </p:cNvPr>
          <p:cNvSpPr>
            <a:spLocks xmlns:a="http://schemas.openxmlformats.org/drawingml/2006/main" noGrp="1"/>
          </p:cNvSpPr>
          <p:nvPr/>
        </p:nvSpPr>
        <p:spPr>
          <a:xfrm xmlns:a="http://schemas.openxmlformats.org/drawingml/2006/main">
            <a:off x="1495425" y="38100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46" name="">
            <a:extLst xmlns:a="http://schemas.openxmlformats.org/drawingml/2006/main">
              <a:ext uri="{FF2B5EF4-FFF2-40B4-BE49-F238E27FC236}">
                <a16:creationId xmlns:a16="http://schemas.microsoft.com/office/drawing/2014/main" id="{F77A0CEA-BD18-4613-AFC6-5AE384CF8CBA}"/>
              </a:ext>
            </a:extLst>
          </p:cNvPr>
          <p:cNvSpPr>
            <a:spLocks xmlns:a="http://schemas.openxmlformats.org/drawingml/2006/main" noGrp="1"/>
          </p:cNvSpPr>
          <p:nvPr/>
        </p:nvSpPr>
        <p:spPr>
          <a:xfrm xmlns:a="http://schemas.openxmlformats.org/drawingml/2006/main">
            <a:off x="1495425" y="44577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47" name="">
            <a:extLst xmlns:a="http://schemas.openxmlformats.org/drawingml/2006/main">
              <a:ext uri="{FF2B5EF4-FFF2-40B4-BE49-F238E27FC236}">
                <a16:creationId xmlns:a16="http://schemas.microsoft.com/office/drawing/2014/main" id="{73AB445C-4580-4E5D-8C62-B6B420CEDC1D}"/>
              </a:ext>
            </a:extLst>
          </p:cNvPr>
          <p:cNvSpPr>
            <a:spLocks xmlns:a="http://schemas.openxmlformats.org/drawingml/2006/main" noGrp="1"/>
          </p:cNvSpPr>
          <p:nvPr/>
        </p:nvSpPr>
        <p:spPr>
          <a:xfrm xmlns:a="http://schemas.openxmlformats.org/drawingml/2006/main">
            <a:off x="2105025" y="25146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48" name="">
            <a:extLst xmlns:a="http://schemas.openxmlformats.org/drawingml/2006/main">
              <a:ext uri="{FF2B5EF4-FFF2-40B4-BE49-F238E27FC236}">
                <a16:creationId xmlns:a16="http://schemas.microsoft.com/office/drawing/2014/main" id="{B426FD0D-05BC-4B53-B73D-36CCF8E9A823}"/>
              </a:ext>
            </a:extLst>
          </p:cNvPr>
          <p:cNvSpPr>
            <a:spLocks xmlns:a="http://schemas.openxmlformats.org/drawingml/2006/main" noGrp="1"/>
          </p:cNvSpPr>
          <p:nvPr/>
        </p:nvSpPr>
        <p:spPr>
          <a:xfrm xmlns:a="http://schemas.openxmlformats.org/drawingml/2006/main">
            <a:off x="2105025" y="31623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49" name="">
            <a:extLst xmlns:a="http://schemas.openxmlformats.org/drawingml/2006/main">
              <a:ext uri="{FF2B5EF4-FFF2-40B4-BE49-F238E27FC236}">
                <a16:creationId xmlns:a16="http://schemas.microsoft.com/office/drawing/2014/main" id="{29E61A2C-044B-475E-AA12-403BDD8BC182}"/>
              </a:ext>
            </a:extLst>
          </p:cNvPr>
          <p:cNvSpPr>
            <a:spLocks xmlns:a="http://schemas.openxmlformats.org/drawingml/2006/main" noGrp="1"/>
          </p:cNvSpPr>
          <p:nvPr/>
        </p:nvSpPr>
        <p:spPr>
          <a:xfrm xmlns:a="http://schemas.openxmlformats.org/drawingml/2006/main">
            <a:off x="2105025" y="38100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50" name="">
            <a:extLst xmlns:a="http://schemas.openxmlformats.org/drawingml/2006/main">
              <a:ext uri="{FF2B5EF4-FFF2-40B4-BE49-F238E27FC236}">
                <a16:creationId xmlns:a16="http://schemas.microsoft.com/office/drawing/2014/main" id="{54718BCC-CEB8-48E3-999E-B15D9E20BE75}"/>
              </a:ext>
            </a:extLst>
          </p:cNvPr>
          <p:cNvSpPr>
            <a:spLocks xmlns:a="http://schemas.openxmlformats.org/drawingml/2006/main" noGrp="1"/>
          </p:cNvSpPr>
          <p:nvPr/>
        </p:nvSpPr>
        <p:spPr>
          <a:xfrm xmlns:a="http://schemas.openxmlformats.org/drawingml/2006/main">
            <a:off x="2105025" y="4457700"/>
            <a:ext cx="171450" cy="171450"/>
          </a:xfrm>
          <a:prstGeom xmlns:a="http://schemas.openxmlformats.org/drawingml/2006/main" prst="ellipse">
            <a:avLst/>
          </a:prstGeom>
          <a:solidFill xmlns:a="http://schemas.openxmlformats.org/drawingml/2006/main">
            <a:srgbClr val="FFFFFF"/>
          </a:solidFill>
          <a:ln xmlns:a="http://schemas.openxmlformats.org/drawingml/2006/main" w="16193">
            <a:solidFill>
              <a:srgbClr val="087E89"/>
            </a:solidFill>
            <a:prstDash val="solid"/>
          </a:ln>
        </p:spPr>
      </p:sp>
      <p:sp>
        <p:nvSpPr>
          <p:cNvPr id="51" name="">
            <a:extLst xmlns:a="http://schemas.openxmlformats.org/drawingml/2006/main">
              <a:ext uri="{FF2B5EF4-FFF2-40B4-BE49-F238E27FC236}">
                <a16:creationId xmlns:a16="http://schemas.microsoft.com/office/drawing/2014/main" id="{B2E0F8F4-A978-4C06-8E82-6E6D0AD1B1BE}"/>
              </a:ext>
            </a:extLst>
          </p:cNvPr>
          <p:cNvSpPr>
            <a:spLocks xmlns:a="http://schemas.openxmlformats.org/drawingml/2006/main" noGrp="1"/>
          </p:cNvSpPr>
          <p:nvPr/>
        </p:nvSpPr>
        <p:spPr>
          <a:xfrm xmlns:a="http://schemas.openxmlformats.org/drawingml/2006/main">
            <a:off x="2714625" y="3162300"/>
            <a:ext cx="171450" cy="171450"/>
          </a:xfrm>
          <a:prstGeom xmlns:a="http://schemas.openxmlformats.org/drawingml/2006/main" prst="ellipse">
            <a:avLst/>
          </a:prstGeom>
          <a:solidFill xmlns:a="http://schemas.openxmlformats.org/drawingml/2006/main">
            <a:srgbClr val="1BA6AE"/>
          </a:solidFill>
          <a:ln xmlns:a="http://schemas.openxmlformats.org/drawingml/2006/main" w="16193">
            <a:solidFill>
              <a:srgbClr val="087E89"/>
            </a:solidFill>
            <a:prstDash val="solid"/>
          </a:ln>
        </p:spPr>
      </p:sp>
      <p:sp>
        <p:nvSpPr>
          <p:cNvPr id="52" name="">
            <a:extLst xmlns:a="http://schemas.openxmlformats.org/drawingml/2006/main">
              <a:ext uri="{FF2B5EF4-FFF2-40B4-BE49-F238E27FC236}">
                <a16:creationId xmlns:a16="http://schemas.microsoft.com/office/drawing/2014/main" id="{3FD9EF39-4A6C-4442-9820-7983BF7AAED8}"/>
              </a:ext>
            </a:extLst>
          </p:cNvPr>
          <p:cNvSpPr>
            <a:spLocks xmlns:a="http://schemas.openxmlformats.org/drawingml/2006/main" noGrp="1"/>
          </p:cNvSpPr>
          <p:nvPr/>
        </p:nvSpPr>
        <p:spPr>
          <a:xfrm xmlns:a="http://schemas.openxmlformats.org/drawingml/2006/main">
            <a:off x="2714625" y="3810000"/>
            <a:ext cx="171450" cy="171450"/>
          </a:xfrm>
          <a:prstGeom xmlns:a="http://schemas.openxmlformats.org/drawingml/2006/main" prst="ellipse">
            <a:avLst/>
          </a:prstGeom>
          <a:solidFill xmlns:a="http://schemas.openxmlformats.org/drawingml/2006/main">
            <a:srgbClr val="1BA6AE"/>
          </a:solidFill>
          <a:ln xmlns:a="http://schemas.openxmlformats.org/drawingml/2006/main" w="16193">
            <a:solidFill>
              <a:srgbClr val="087E89"/>
            </a:solidFill>
            <a:prstDash val="solid"/>
          </a:ln>
        </p:spPr>
      </p:sp>
      <p:sp>
        <p:nvSpPr>
          <p:cNvPr id="53" name="">
            <a:extLst xmlns:a="http://schemas.openxmlformats.org/drawingml/2006/main">
              <a:ext uri="{FF2B5EF4-FFF2-40B4-BE49-F238E27FC236}">
                <a16:creationId xmlns:a16="http://schemas.microsoft.com/office/drawing/2014/main" id="{C28BC120-AEEB-479E-B500-11AEF0D44604}"/>
              </a:ext>
            </a:extLst>
          </p:cNvPr>
          <p:cNvSpPr>
            <a:spLocks xmlns:a="http://schemas.openxmlformats.org/drawingml/2006/main" noGrp="1"/>
          </p:cNvSpPr>
          <p:nvPr/>
        </p:nvSpPr>
        <p:spPr>
          <a:xfrm xmlns:a="http://schemas.openxmlformats.org/drawingml/2006/main">
            <a:off x="800100" y="49244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152D3C"/>
                </a:solidFill>
                <a:latin typeface="Arial"/>
                <a:ea typeface="Arial"/>
                <a:cs typeface="Arial"/>
              </a:defRPr>
            </a:pPr>
            <a:r>
              <a:rPr sz="1875" b="1">
                <a:solidFill>
                  <a:srgbClr val="152D3C"/>
                </a:solidFill>
                <a:latin typeface="Arial"/>
                <a:ea typeface="Arial"/>
                <a:cs typeface="Arial"/>
              </a:rPr>
              <a:t>DL model</a:t>
            </a:r>
          </a:p>
        </p:txBody>
      </p:sp>
      <p:sp>
        <p:nvSpPr>
          <p:cNvPr id="54" name="">
            <a:extLst xmlns:a="http://schemas.openxmlformats.org/drawingml/2006/main">
              <a:ext uri="{FF2B5EF4-FFF2-40B4-BE49-F238E27FC236}">
                <a16:creationId xmlns:a16="http://schemas.microsoft.com/office/drawing/2014/main" id="{2A2B33C5-3C09-41FF-9714-A693B112C9D8}"/>
              </a:ext>
            </a:extLst>
          </p:cNvPr>
          <p:cNvSpPr>
            <a:spLocks xmlns:a="http://schemas.openxmlformats.org/drawingml/2006/main" noGrp="1"/>
          </p:cNvSpPr>
          <p:nvPr/>
        </p:nvSpPr>
        <p:spPr>
          <a:xfrm xmlns:a="http://schemas.openxmlformats.org/drawingml/2006/main">
            <a:off x="4610100" y="2457450"/>
            <a:ext cx="2400300" cy="2400300"/>
          </a:xfrm>
          <a:prstGeom xmlns:a="http://schemas.openxmlformats.org/drawingml/2006/main" prst="ellipse">
            <a:avLst/>
          </a:prstGeom>
          <a:solidFill xmlns:a="http://schemas.openxmlformats.org/drawingml/2006/main">
            <a:srgbClr val="153D56"/>
          </a:solidFill>
          <a:ln xmlns:a="http://schemas.openxmlformats.org/drawingml/2006/main" w="0">
            <a:noFill/>
            <a:prstDash val="solid"/>
          </a:ln>
        </p:spPr>
      </p:sp>
      <p:pic>
        <p:nvPicPr>
          <p:cNvPr id="183" name=""/>
          <p:cNvPicPr>
            <a:picLocks xmlns:a="http://schemas.openxmlformats.org/drawingml/2006/main" noChangeAspect="1"/>
          </p:cNvPicPr>
          <p:nvPr/>
        </p:nvPicPr>
        <p:blipFill>
          <a:blip xmlns:r="http://schemas.openxmlformats.org/officeDocument/2006/relationships" xmlns:a="http://schemas.openxmlformats.org/drawingml/2006/main" r:embed="R5acf5cbf8c23475a"/>
          <a:stretch xmlns:a="http://schemas.openxmlformats.org/drawingml/2006/main"/>
        </p:blipFill>
        <p:spPr>
          <a:xfrm xmlns:a="http://schemas.openxmlformats.org/drawingml/2006/main">
            <a:off x="4362450" y="2190750"/>
            <a:ext cx="2886075" cy="2886075"/>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FF35C7FE-DD0A-4137-9BD1-3FFC050816C6}"/>
              </a:ext>
            </a:extLst>
          </p:cNvPr>
          <p:cNvSpPr>
            <a:spLocks xmlns:a="http://schemas.openxmlformats.org/drawingml/2006/main" noGrp="1"/>
          </p:cNvSpPr>
          <p:nvPr/>
        </p:nvSpPr>
        <p:spPr>
          <a:xfrm xmlns:a="http://schemas.openxmlformats.org/drawingml/2006/main">
            <a:off x="4781550" y="4924425"/>
            <a:ext cx="2066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875" b="1">
                <a:solidFill>
                  <a:srgbClr val="152D3C"/>
                </a:solidFill>
                <a:latin typeface="Arial"/>
                <a:ea typeface="Arial"/>
                <a:cs typeface="Arial"/>
              </a:defRPr>
            </a:pPr>
            <a:r>
              <a:rPr sz="1875" b="1">
                <a:solidFill>
                  <a:srgbClr val="152D3C"/>
                </a:solidFill>
                <a:latin typeface="Arial"/>
                <a:ea typeface="Arial"/>
                <a:cs typeface="Arial"/>
              </a:rPr>
              <a:t>Agent</a:t>
            </a:r>
          </a:p>
        </p:txBody>
      </p:sp>
      <p:sp>
        <p:nvSpPr>
          <p:cNvPr id="57" name="">
            <a:extLst xmlns:a="http://schemas.openxmlformats.org/drawingml/2006/main">
              <a:ext uri="{FF2B5EF4-FFF2-40B4-BE49-F238E27FC236}">
                <a16:creationId xmlns:a16="http://schemas.microsoft.com/office/drawing/2014/main" id="{284BED09-CEBE-496E-BB91-EE827336FD3F}"/>
              </a:ext>
            </a:extLst>
          </p:cNvPr>
          <p:cNvSpPr>
            <a:spLocks xmlns:a="http://schemas.openxmlformats.org/drawingml/2006/main" noGrp="1"/>
          </p:cNvSpPr>
          <p:nvPr/>
        </p:nvSpPr>
        <p:spPr>
          <a:xfrm xmlns:a="http://schemas.openxmlformats.org/drawingml/2006/main" flipH="0" flipV="0">
            <a:off x="3009900" y="3571875"/>
            <a:ext cx="1304925" cy="0"/>
          </a:xfrm>
          <a:prstGeom xmlns:a="http://schemas.openxmlformats.org/drawingml/2006/main" prst="line">
            <a:avLst/>
          </a:prstGeom>
          <a:noFill xmlns:a="http://schemas.openxmlformats.org/drawingml/2006/main"/>
          <a:ln xmlns:a="http://schemas.openxmlformats.org/drawingml/2006/main" w="24765">
            <a:solidFill>
              <a:srgbClr val="087E89"/>
            </a:solidFill>
            <a:prstDash val="solid"/>
          </a:ln>
        </p:spPr>
      </p:sp>
      <p:sp>
        <p:nvSpPr>
          <p:cNvPr id="58" name="">
            <a:extLst xmlns:a="http://schemas.openxmlformats.org/drawingml/2006/main">
              <a:ext uri="{FF2B5EF4-FFF2-40B4-BE49-F238E27FC236}">
                <a16:creationId xmlns:a16="http://schemas.microsoft.com/office/drawing/2014/main" id="{FD8767D0-0D2C-4E1B-9E50-EE7A68953995}"/>
              </a:ext>
            </a:extLst>
          </p:cNvPr>
          <p:cNvSpPr>
            <a:spLocks xmlns:a="http://schemas.openxmlformats.org/drawingml/2006/main" noGrp="1"/>
          </p:cNvSpPr>
          <p:nvPr/>
        </p:nvSpPr>
        <p:spPr>
          <a:xfrm xmlns:a="http://schemas.openxmlformats.org/drawingml/2006/main">
            <a:off x="4200525" y="3505200"/>
            <a:ext cx="171450" cy="133350"/>
          </a:xfrm>
          <a:prstGeom xmlns:a="http://schemas.openxmlformats.org/drawingml/2006/main" prst="rightArrow">
            <a:avLst/>
          </a:prstGeom>
          <a:solidFill xmlns:a="http://schemas.openxmlformats.org/drawingml/2006/main">
            <a:srgbClr val="087E89"/>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80CEF8CA-A90F-4024-8876-AF9B7633CCFD}"/>
              </a:ext>
            </a:extLst>
          </p:cNvPr>
          <p:cNvSpPr>
            <a:spLocks xmlns:a="http://schemas.openxmlformats.org/drawingml/2006/main" noGrp="1"/>
          </p:cNvSpPr>
          <p:nvPr/>
        </p:nvSpPr>
        <p:spPr>
          <a:xfrm xmlns:a="http://schemas.openxmlformats.org/drawingml/2006/main" flipH="0" flipV="0">
            <a:off x="6981825" y="3571875"/>
            <a:ext cx="971550" cy="0"/>
          </a:xfrm>
          <a:prstGeom xmlns:a="http://schemas.openxmlformats.org/drawingml/2006/main" prst="line">
            <a:avLst/>
          </a:prstGeom>
          <a:noFill xmlns:a="http://schemas.openxmlformats.org/drawingml/2006/main"/>
          <a:ln xmlns:a="http://schemas.openxmlformats.org/drawingml/2006/main" w="24765">
            <a:solidFill>
              <a:srgbClr val="087E89"/>
            </a:solidFill>
            <a:prstDash val="solid"/>
          </a:ln>
        </p:spPr>
      </p:sp>
      <p:sp>
        <p:nvSpPr>
          <p:cNvPr id="60" name="">
            <a:extLst xmlns:a="http://schemas.openxmlformats.org/drawingml/2006/main">
              <a:ext uri="{FF2B5EF4-FFF2-40B4-BE49-F238E27FC236}">
                <a16:creationId xmlns:a16="http://schemas.microsoft.com/office/drawing/2014/main" id="{597413F3-C053-4BDF-9235-9E9D2B19F6A1}"/>
              </a:ext>
            </a:extLst>
          </p:cNvPr>
          <p:cNvSpPr>
            <a:spLocks xmlns:a="http://schemas.openxmlformats.org/drawingml/2006/main" noGrp="1"/>
          </p:cNvSpPr>
          <p:nvPr/>
        </p:nvSpPr>
        <p:spPr>
          <a:xfrm xmlns:a="http://schemas.openxmlformats.org/drawingml/2006/main" flipH="0" flipV="0">
            <a:off x="7953375" y="2552700"/>
            <a:ext cx="0" cy="2238375"/>
          </a:xfrm>
          <a:prstGeom xmlns:a="http://schemas.openxmlformats.org/drawingml/2006/main" prst="line">
            <a:avLst/>
          </a:prstGeom>
          <a:noFill xmlns:a="http://schemas.openxmlformats.org/drawingml/2006/main"/>
          <a:ln xmlns:a="http://schemas.openxmlformats.org/drawingml/2006/main" w="24765">
            <a:solidFill>
              <a:srgbClr val="087E89"/>
            </a:solidFill>
            <a:prstDash val="solid"/>
          </a:ln>
        </p:spPr>
      </p:sp>
      <p:sp>
        <p:nvSpPr>
          <p:cNvPr id="61" name="">
            <a:extLst xmlns:a="http://schemas.openxmlformats.org/drawingml/2006/main">
              <a:ext uri="{FF2B5EF4-FFF2-40B4-BE49-F238E27FC236}">
                <a16:creationId xmlns:a16="http://schemas.microsoft.com/office/drawing/2014/main" id="{34BB5067-1679-4206-ADBF-C73D7F0BE4E9}"/>
              </a:ext>
            </a:extLst>
          </p:cNvPr>
          <p:cNvSpPr>
            <a:spLocks xmlns:a="http://schemas.openxmlformats.org/drawingml/2006/main" noGrp="1"/>
          </p:cNvSpPr>
          <p:nvPr/>
        </p:nvSpPr>
        <p:spPr>
          <a:xfrm xmlns:a="http://schemas.openxmlformats.org/drawingml/2006/main">
            <a:off x="8610600" y="1800225"/>
            <a:ext cx="25431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350" b="1">
                <a:solidFill>
                  <a:srgbClr val="087E89"/>
                </a:solidFill>
                <a:latin typeface="Arial"/>
                <a:ea typeface="Arial"/>
                <a:cs typeface="Arial"/>
              </a:defRPr>
            </a:pPr>
            <a:r>
              <a:rPr sz="1350" b="1">
                <a:solidFill>
                  <a:srgbClr val="087E89"/>
                </a:solidFill>
                <a:latin typeface="Arial"/>
                <a:ea typeface="Arial"/>
                <a:cs typeface="Arial"/>
              </a:rPr>
              <a:t>COMPUTE OPTIONS</a:t>
            </a:r>
          </a:p>
        </p:txBody>
      </p:sp>
      <p:sp>
        <p:nvSpPr>
          <p:cNvPr id="62" name="">
            <a:extLst xmlns:a="http://schemas.openxmlformats.org/drawingml/2006/main">
              <a:ext uri="{FF2B5EF4-FFF2-40B4-BE49-F238E27FC236}">
                <a16:creationId xmlns:a16="http://schemas.microsoft.com/office/drawing/2014/main" id="{5AE9D0F0-7339-4425-B23F-6414B5D07B3E}"/>
              </a:ext>
            </a:extLst>
          </p:cNvPr>
          <p:cNvSpPr>
            <a:spLocks xmlns:a="http://schemas.openxmlformats.org/drawingml/2006/main" noGrp="1"/>
          </p:cNvSpPr>
          <p:nvPr/>
        </p:nvSpPr>
        <p:spPr>
          <a:xfrm xmlns:a="http://schemas.openxmlformats.org/drawingml/2006/main" flipH="0" flipV="0">
            <a:off x="7953375" y="2562225"/>
            <a:ext cx="647700" cy="0"/>
          </a:xfrm>
          <a:prstGeom xmlns:a="http://schemas.openxmlformats.org/drawingml/2006/main" prst="line">
            <a:avLst/>
          </a:prstGeom>
          <a:noFill xmlns:a="http://schemas.openxmlformats.org/drawingml/2006/main"/>
          <a:ln xmlns:a="http://schemas.openxmlformats.org/drawingml/2006/main" w="23813">
            <a:solidFill>
              <a:srgbClr val="087E89"/>
            </a:solidFill>
            <a:prstDash val="solid"/>
          </a:ln>
        </p:spPr>
      </p:sp>
      <p:sp>
        <p:nvSpPr>
          <p:cNvPr id="63" name="">
            <a:extLst xmlns:a="http://schemas.openxmlformats.org/drawingml/2006/main">
              <a:ext uri="{FF2B5EF4-FFF2-40B4-BE49-F238E27FC236}">
                <a16:creationId xmlns:a16="http://schemas.microsoft.com/office/drawing/2014/main" id="{8E7A316A-54C9-4B3D-BDB5-202DEC263CAB}"/>
              </a:ext>
            </a:extLst>
          </p:cNvPr>
          <p:cNvSpPr>
            <a:spLocks xmlns:a="http://schemas.openxmlformats.org/drawingml/2006/main" noGrp="1"/>
          </p:cNvSpPr>
          <p:nvPr/>
        </p:nvSpPr>
        <p:spPr>
          <a:xfrm xmlns:a="http://schemas.openxmlformats.org/drawingml/2006/main">
            <a:off x="8486775" y="2495550"/>
            <a:ext cx="171450" cy="133350"/>
          </a:xfrm>
          <a:prstGeom xmlns:a="http://schemas.openxmlformats.org/drawingml/2006/main" prst="rightArrow">
            <a:avLst/>
          </a:prstGeom>
          <a:solidFill xmlns:a="http://schemas.openxmlformats.org/drawingml/2006/main">
            <a:srgbClr val="087E89"/>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C3B2203A-7E05-47B9-BDEC-9EF2D341F6C5}"/>
              </a:ext>
            </a:extLst>
          </p:cNvPr>
          <p:cNvSpPr>
            <a:spLocks xmlns:a="http://schemas.openxmlformats.org/drawingml/2006/main" noGrp="1"/>
          </p:cNvSpPr>
          <p:nvPr/>
        </p:nvSpPr>
        <p:spPr>
          <a:xfrm xmlns:a="http://schemas.openxmlformats.org/drawingml/2006/main">
            <a:off x="8696325" y="2171700"/>
            <a:ext cx="250507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A9C6D0"/>
            </a:solidFill>
            <a:prstDash val="solid"/>
          </a:ln>
        </p:spPr>
      </p:sp>
      <p:sp>
        <p:nvSpPr>
          <p:cNvPr id="65" name="">
            <a:extLst xmlns:a="http://schemas.openxmlformats.org/drawingml/2006/main">
              <a:ext uri="{FF2B5EF4-FFF2-40B4-BE49-F238E27FC236}">
                <a16:creationId xmlns:a16="http://schemas.microsoft.com/office/drawing/2014/main" id="{526A5736-26B5-4594-BBB0-8208A834C922}"/>
              </a:ext>
            </a:extLst>
          </p:cNvPr>
          <p:cNvSpPr>
            <a:spLocks xmlns:a="http://schemas.openxmlformats.org/drawingml/2006/main" noGrp="1"/>
          </p:cNvSpPr>
          <p:nvPr/>
        </p:nvSpPr>
        <p:spPr>
          <a:xfrm xmlns:a="http://schemas.openxmlformats.org/drawingml/2006/main" flipH="0" flipV="0">
            <a:off x="8591550" y="235267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66" name="">
            <a:extLst xmlns:a="http://schemas.openxmlformats.org/drawingml/2006/main">
              <a:ext uri="{FF2B5EF4-FFF2-40B4-BE49-F238E27FC236}">
                <a16:creationId xmlns:a16="http://schemas.microsoft.com/office/drawing/2014/main" id="{A44CB25C-D5F5-445B-98BF-969101231748}"/>
              </a:ext>
            </a:extLst>
          </p:cNvPr>
          <p:cNvSpPr>
            <a:spLocks xmlns:a="http://schemas.openxmlformats.org/drawingml/2006/main" noGrp="1"/>
          </p:cNvSpPr>
          <p:nvPr/>
        </p:nvSpPr>
        <p:spPr>
          <a:xfrm xmlns:a="http://schemas.openxmlformats.org/drawingml/2006/main" flipH="0" flipV="0">
            <a:off x="11201400" y="235267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67" name="">
            <a:extLst xmlns:a="http://schemas.openxmlformats.org/drawingml/2006/main">
              <a:ext uri="{FF2B5EF4-FFF2-40B4-BE49-F238E27FC236}">
                <a16:creationId xmlns:a16="http://schemas.microsoft.com/office/drawing/2014/main" id="{5370120A-CCFE-4765-8B64-8788470F5944}"/>
              </a:ext>
            </a:extLst>
          </p:cNvPr>
          <p:cNvSpPr>
            <a:spLocks xmlns:a="http://schemas.openxmlformats.org/drawingml/2006/main" noGrp="1"/>
          </p:cNvSpPr>
          <p:nvPr/>
        </p:nvSpPr>
        <p:spPr>
          <a:xfrm xmlns:a="http://schemas.openxmlformats.org/drawingml/2006/main" flipH="0" flipV="0">
            <a:off x="8591550" y="253365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68" name="">
            <a:extLst xmlns:a="http://schemas.openxmlformats.org/drawingml/2006/main">
              <a:ext uri="{FF2B5EF4-FFF2-40B4-BE49-F238E27FC236}">
                <a16:creationId xmlns:a16="http://schemas.microsoft.com/office/drawing/2014/main" id="{8997C0EC-ADC0-4F8E-A770-365DF5130DD9}"/>
              </a:ext>
            </a:extLst>
          </p:cNvPr>
          <p:cNvSpPr>
            <a:spLocks xmlns:a="http://schemas.openxmlformats.org/drawingml/2006/main" noGrp="1"/>
          </p:cNvSpPr>
          <p:nvPr/>
        </p:nvSpPr>
        <p:spPr>
          <a:xfrm xmlns:a="http://schemas.openxmlformats.org/drawingml/2006/main" flipH="0" flipV="0">
            <a:off x="11201400" y="253365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69" name="">
            <a:extLst xmlns:a="http://schemas.openxmlformats.org/drawingml/2006/main">
              <a:ext uri="{FF2B5EF4-FFF2-40B4-BE49-F238E27FC236}">
                <a16:creationId xmlns:a16="http://schemas.microsoft.com/office/drawing/2014/main" id="{2A71B60F-5E70-40B9-BEA5-809BF542543A}"/>
              </a:ext>
            </a:extLst>
          </p:cNvPr>
          <p:cNvSpPr>
            <a:spLocks xmlns:a="http://schemas.openxmlformats.org/drawingml/2006/main" noGrp="1"/>
          </p:cNvSpPr>
          <p:nvPr/>
        </p:nvSpPr>
        <p:spPr>
          <a:xfrm xmlns:a="http://schemas.openxmlformats.org/drawingml/2006/main" flipH="0" flipV="0">
            <a:off x="8591550" y="271462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70" name="">
            <a:extLst xmlns:a="http://schemas.openxmlformats.org/drawingml/2006/main">
              <a:ext uri="{FF2B5EF4-FFF2-40B4-BE49-F238E27FC236}">
                <a16:creationId xmlns:a16="http://schemas.microsoft.com/office/drawing/2014/main" id="{394BED6B-CBD8-4219-89A2-B465BC137280}"/>
              </a:ext>
            </a:extLst>
          </p:cNvPr>
          <p:cNvSpPr>
            <a:spLocks xmlns:a="http://schemas.openxmlformats.org/drawingml/2006/main" noGrp="1"/>
          </p:cNvSpPr>
          <p:nvPr/>
        </p:nvSpPr>
        <p:spPr>
          <a:xfrm xmlns:a="http://schemas.openxmlformats.org/drawingml/2006/main" flipH="0" flipV="0">
            <a:off x="11201400" y="271462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71" name="">
            <a:extLst xmlns:a="http://schemas.openxmlformats.org/drawingml/2006/main">
              <a:ext uri="{FF2B5EF4-FFF2-40B4-BE49-F238E27FC236}">
                <a16:creationId xmlns:a16="http://schemas.microsoft.com/office/drawing/2014/main" id="{2D2528AD-936E-4350-8488-D8B272ACAD5E}"/>
              </a:ext>
            </a:extLst>
          </p:cNvPr>
          <p:cNvSpPr>
            <a:spLocks xmlns:a="http://schemas.openxmlformats.org/drawingml/2006/main" noGrp="1"/>
          </p:cNvSpPr>
          <p:nvPr/>
        </p:nvSpPr>
        <p:spPr>
          <a:xfrm xmlns:a="http://schemas.openxmlformats.org/drawingml/2006/main">
            <a:off x="8943975" y="2352675"/>
            <a:ext cx="152400" cy="152400"/>
          </a:xfrm>
          <a:prstGeom xmlns:a="http://schemas.openxmlformats.org/drawingml/2006/main" prst="rect">
            <a:avLst/>
          </a:prstGeom>
          <a:solidFill xmlns:a="http://schemas.openxmlformats.org/drawingml/2006/main">
            <a:srgbClr val="EDF6F7"/>
          </a:solidFill>
          <a:ln xmlns:a="http://schemas.openxmlformats.org/drawingml/2006/main" w="12383">
            <a:solidFill>
              <a:srgbClr val="087E89"/>
            </a:solidFill>
            <a:prstDash val="solid"/>
          </a:ln>
        </p:spPr>
      </p:sp>
      <p:sp>
        <p:nvSpPr>
          <p:cNvPr id="72" name="">
            <a:extLst xmlns:a="http://schemas.openxmlformats.org/drawingml/2006/main">
              <a:ext uri="{FF2B5EF4-FFF2-40B4-BE49-F238E27FC236}">
                <a16:creationId xmlns:a16="http://schemas.microsoft.com/office/drawing/2014/main" id="{FF566B0A-B8E2-4F70-ABD2-71029BE783EE}"/>
              </a:ext>
            </a:extLst>
          </p:cNvPr>
          <p:cNvSpPr>
            <a:spLocks xmlns:a="http://schemas.openxmlformats.org/drawingml/2006/main" noGrp="1"/>
          </p:cNvSpPr>
          <p:nvPr/>
        </p:nvSpPr>
        <p:spPr>
          <a:xfrm xmlns:a="http://schemas.openxmlformats.org/drawingml/2006/main">
            <a:off x="9172575" y="2352675"/>
            <a:ext cx="152400" cy="152400"/>
          </a:xfrm>
          <a:prstGeom xmlns:a="http://schemas.openxmlformats.org/drawingml/2006/main" prst="rect">
            <a:avLst/>
          </a:prstGeom>
          <a:solidFill xmlns:a="http://schemas.openxmlformats.org/drawingml/2006/main">
            <a:srgbClr val="EDF6F7"/>
          </a:solidFill>
          <a:ln xmlns:a="http://schemas.openxmlformats.org/drawingml/2006/main" w="12383">
            <a:solidFill>
              <a:srgbClr val="087E89"/>
            </a:solidFill>
            <a:prstDash val="solid"/>
          </a:ln>
        </p:spPr>
      </p:sp>
      <p:sp>
        <p:nvSpPr>
          <p:cNvPr id="73" name="">
            <a:extLst xmlns:a="http://schemas.openxmlformats.org/drawingml/2006/main">
              <a:ext uri="{FF2B5EF4-FFF2-40B4-BE49-F238E27FC236}">
                <a16:creationId xmlns:a16="http://schemas.microsoft.com/office/drawing/2014/main" id="{49EC69F1-0778-4A29-9AF5-AC051B4CA075}"/>
              </a:ext>
            </a:extLst>
          </p:cNvPr>
          <p:cNvSpPr>
            <a:spLocks xmlns:a="http://schemas.openxmlformats.org/drawingml/2006/main" noGrp="1"/>
          </p:cNvSpPr>
          <p:nvPr/>
        </p:nvSpPr>
        <p:spPr>
          <a:xfrm xmlns:a="http://schemas.openxmlformats.org/drawingml/2006/main">
            <a:off x="8943975" y="2571750"/>
            <a:ext cx="152400" cy="152400"/>
          </a:xfrm>
          <a:prstGeom xmlns:a="http://schemas.openxmlformats.org/drawingml/2006/main" prst="rect">
            <a:avLst/>
          </a:prstGeom>
          <a:solidFill xmlns:a="http://schemas.openxmlformats.org/drawingml/2006/main">
            <a:srgbClr val="EDF6F7"/>
          </a:solidFill>
          <a:ln xmlns:a="http://schemas.openxmlformats.org/drawingml/2006/main" w="12383">
            <a:solidFill>
              <a:srgbClr val="087E89"/>
            </a:solidFill>
            <a:prstDash val="solid"/>
          </a:ln>
        </p:spPr>
      </p:sp>
      <p:sp>
        <p:nvSpPr>
          <p:cNvPr id="74" name="">
            <a:extLst xmlns:a="http://schemas.openxmlformats.org/drawingml/2006/main">
              <a:ext uri="{FF2B5EF4-FFF2-40B4-BE49-F238E27FC236}">
                <a16:creationId xmlns:a16="http://schemas.microsoft.com/office/drawing/2014/main" id="{B436C084-F098-4800-96F4-1CD26D9676A1}"/>
              </a:ext>
            </a:extLst>
          </p:cNvPr>
          <p:cNvSpPr>
            <a:spLocks xmlns:a="http://schemas.openxmlformats.org/drawingml/2006/main" noGrp="1"/>
          </p:cNvSpPr>
          <p:nvPr/>
        </p:nvSpPr>
        <p:spPr>
          <a:xfrm xmlns:a="http://schemas.openxmlformats.org/drawingml/2006/main">
            <a:off x="9172575" y="2571750"/>
            <a:ext cx="152400" cy="152400"/>
          </a:xfrm>
          <a:prstGeom xmlns:a="http://schemas.openxmlformats.org/drawingml/2006/main" prst="rect">
            <a:avLst/>
          </a:prstGeom>
          <a:solidFill xmlns:a="http://schemas.openxmlformats.org/drawingml/2006/main">
            <a:srgbClr val="EDF6F7"/>
          </a:solidFill>
          <a:ln xmlns:a="http://schemas.openxmlformats.org/drawingml/2006/main" w="12383">
            <a:solidFill>
              <a:srgbClr val="087E89"/>
            </a:solidFill>
            <a:prstDash val="solid"/>
          </a:ln>
        </p:spPr>
      </p:sp>
      <p:sp>
        <p:nvSpPr>
          <p:cNvPr id="75" name="">
            <a:extLst xmlns:a="http://schemas.openxmlformats.org/drawingml/2006/main">
              <a:ext uri="{FF2B5EF4-FFF2-40B4-BE49-F238E27FC236}">
                <a16:creationId xmlns:a16="http://schemas.microsoft.com/office/drawing/2014/main" id="{64709265-1B52-4811-8447-74D1F5D0FB56}"/>
              </a:ext>
            </a:extLst>
          </p:cNvPr>
          <p:cNvSpPr>
            <a:spLocks xmlns:a="http://schemas.openxmlformats.org/drawingml/2006/main" noGrp="1"/>
          </p:cNvSpPr>
          <p:nvPr/>
        </p:nvSpPr>
        <p:spPr>
          <a:xfrm xmlns:a="http://schemas.openxmlformats.org/drawingml/2006/main">
            <a:off x="9858375" y="2333625"/>
            <a:ext cx="1095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152D3C"/>
                </a:solidFill>
                <a:latin typeface="Arial"/>
                <a:ea typeface="Arial"/>
                <a:cs typeface="Arial"/>
              </a:defRPr>
            </a:pPr>
            <a:r>
              <a:rPr sz="2025" b="1">
                <a:solidFill>
                  <a:srgbClr val="152D3C"/>
                </a:solidFill>
                <a:latin typeface="Arial"/>
                <a:ea typeface="Arial"/>
                <a:cs typeface="Arial"/>
              </a:rPr>
              <a:t>CPU</a:t>
            </a:r>
          </a:p>
        </p:txBody>
      </p:sp>
      <p:sp>
        <p:nvSpPr>
          <p:cNvPr id="76" name="">
            <a:extLst xmlns:a="http://schemas.openxmlformats.org/drawingml/2006/main">
              <a:ext uri="{FF2B5EF4-FFF2-40B4-BE49-F238E27FC236}">
                <a16:creationId xmlns:a16="http://schemas.microsoft.com/office/drawing/2014/main" id="{65CD3621-E880-4A24-8448-F22176053DBB}"/>
              </a:ext>
            </a:extLst>
          </p:cNvPr>
          <p:cNvSpPr>
            <a:spLocks xmlns:a="http://schemas.openxmlformats.org/drawingml/2006/main" noGrp="1"/>
          </p:cNvSpPr>
          <p:nvPr/>
        </p:nvSpPr>
        <p:spPr>
          <a:xfrm xmlns:a="http://schemas.openxmlformats.org/drawingml/2006/main" flipH="0" flipV="0">
            <a:off x="7953375" y="3676650"/>
            <a:ext cx="647700" cy="0"/>
          </a:xfrm>
          <a:prstGeom xmlns:a="http://schemas.openxmlformats.org/drawingml/2006/main" prst="line">
            <a:avLst/>
          </a:prstGeom>
          <a:noFill xmlns:a="http://schemas.openxmlformats.org/drawingml/2006/main"/>
          <a:ln xmlns:a="http://schemas.openxmlformats.org/drawingml/2006/main" w="23813">
            <a:solidFill>
              <a:srgbClr val="087E89"/>
            </a:solidFill>
            <a:prstDash val="solid"/>
          </a:ln>
        </p:spPr>
      </p:sp>
      <p:sp>
        <p:nvSpPr>
          <p:cNvPr id="77" name="">
            <a:extLst xmlns:a="http://schemas.openxmlformats.org/drawingml/2006/main">
              <a:ext uri="{FF2B5EF4-FFF2-40B4-BE49-F238E27FC236}">
                <a16:creationId xmlns:a16="http://schemas.microsoft.com/office/drawing/2014/main" id="{839C0E08-B9B2-4DB9-9790-D7F80E48CFA1}"/>
              </a:ext>
            </a:extLst>
          </p:cNvPr>
          <p:cNvSpPr>
            <a:spLocks xmlns:a="http://schemas.openxmlformats.org/drawingml/2006/main" noGrp="1"/>
          </p:cNvSpPr>
          <p:nvPr/>
        </p:nvSpPr>
        <p:spPr>
          <a:xfrm xmlns:a="http://schemas.openxmlformats.org/drawingml/2006/main">
            <a:off x="8486775" y="3609975"/>
            <a:ext cx="171450" cy="133350"/>
          </a:xfrm>
          <a:prstGeom xmlns:a="http://schemas.openxmlformats.org/drawingml/2006/main" prst="rightArrow">
            <a:avLst/>
          </a:prstGeom>
          <a:solidFill xmlns:a="http://schemas.openxmlformats.org/drawingml/2006/main">
            <a:srgbClr val="087E89"/>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73C54326-BE90-4C52-BEC7-7CD634F72E50}"/>
              </a:ext>
            </a:extLst>
          </p:cNvPr>
          <p:cNvSpPr>
            <a:spLocks xmlns:a="http://schemas.openxmlformats.org/drawingml/2006/main" noGrp="1"/>
          </p:cNvSpPr>
          <p:nvPr/>
        </p:nvSpPr>
        <p:spPr>
          <a:xfrm xmlns:a="http://schemas.openxmlformats.org/drawingml/2006/main">
            <a:off x="8696325" y="3286125"/>
            <a:ext cx="250507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A9C6D0"/>
            </a:solidFill>
            <a:prstDash val="solid"/>
          </a:ln>
        </p:spPr>
      </p:sp>
      <p:sp>
        <p:nvSpPr>
          <p:cNvPr id="79" name="">
            <a:extLst xmlns:a="http://schemas.openxmlformats.org/drawingml/2006/main">
              <a:ext uri="{FF2B5EF4-FFF2-40B4-BE49-F238E27FC236}">
                <a16:creationId xmlns:a16="http://schemas.microsoft.com/office/drawing/2014/main" id="{E06C0F03-1646-43A0-8E44-9BC7612EBBA7}"/>
              </a:ext>
            </a:extLst>
          </p:cNvPr>
          <p:cNvSpPr>
            <a:spLocks xmlns:a="http://schemas.openxmlformats.org/drawingml/2006/main" noGrp="1"/>
          </p:cNvSpPr>
          <p:nvPr/>
        </p:nvSpPr>
        <p:spPr>
          <a:xfrm xmlns:a="http://schemas.openxmlformats.org/drawingml/2006/main" flipH="0" flipV="0">
            <a:off x="8591550" y="346710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80" name="">
            <a:extLst xmlns:a="http://schemas.openxmlformats.org/drawingml/2006/main">
              <a:ext uri="{FF2B5EF4-FFF2-40B4-BE49-F238E27FC236}">
                <a16:creationId xmlns:a16="http://schemas.microsoft.com/office/drawing/2014/main" id="{DFF0C3EE-BBCD-454D-A6D1-5594B54A89B7}"/>
              </a:ext>
            </a:extLst>
          </p:cNvPr>
          <p:cNvSpPr>
            <a:spLocks xmlns:a="http://schemas.openxmlformats.org/drawingml/2006/main" noGrp="1"/>
          </p:cNvSpPr>
          <p:nvPr/>
        </p:nvSpPr>
        <p:spPr>
          <a:xfrm xmlns:a="http://schemas.openxmlformats.org/drawingml/2006/main" flipH="0" flipV="0">
            <a:off x="11201400" y="346710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81" name="">
            <a:extLst xmlns:a="http://schemas.openxmlformats.org/drawingml/2006/main">
              <a:ext uri="{FF2B5EF4-FFF2-40B4-BE49-F238E27FC236}">
                <a16:creationId xmlns:a16="http://schemas.microsoft.com/office/drawing/2014/main" id="{01AC7E31-4245-4AE1-9A99-FF866CB9ACF7}"/>
              </a:ext>
            </a:extLst>
          </p:cNvPr>
          <p:cNvSpPr>
            <a:spLocks xmlns:a="http://schemas.openxmlformats.org/drawingml/2006/main" noGrp="1"/>
          </p:cNvSpPr>
          <p:nvPr/>
        </p:nvSpPr>
        <p:spPr>
          <a:xfrm xmlns:a="http://schemas.openxmlformats.org/drawingml/2006/main" flipH="0" flipV="0">
            <a:off x="8591550" y="364807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82" name="">
            <a:extLst xmlns:a="http://schemas.openxmlformats.org/drawingml/2006/main">
              <a:ext uri="{FF2B5EF4-FFF2-40B4-BE49-F238E27FC236}">
                <a16:creationId xmlns:a16="http://schemas.microsoft.com/office/drawing/2014/main" id="{36FC8B0D-3FAC-4F0F-BA8C-59DE7B7D647A}"/>
              </a:ext>
            </a:extLst>
          </p:cNvPr>
          <p:cNvSpPr>
            <a:spLocks xmlns:a="http://schemas.openxmlformats.org/drawingml/2006/main" noGrp="1"/>
          </p:cNvSpPr>
          <p:nvPr/>
        </p:nvSpPr>
        <p:spPr>
          <a:xfrm xmlns:a="http://schemas.openxmlformats.org/drawingml/2006/main" flipH="0" flipV="0">
            <a:off x="11201400" y="364807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83" name="">
            <a:extLst xmlns:a="http://schemas.openxmlformats.org/drawingml/2006/main">
              <a:ext uri="{FF2B5EF4-FFF2-40B4-BE49-F238E27FC236}">
                <a16:creationId xmlns:a16="http://schemas.microsoft.com/office/drawing/2014/main" id="{7D776575-83B6-4C5E-A5B6-6E8BC5B2860B}"/>
              </a:ext>
            </a:extLst>
          </p:cNvPr>
          <p:cNvSpPr>
            <a:spLocks xmlns:a="http://schemas.openxmlformats.org/drawingml/2006/main" noGrp="1"/>
          </p:cNvSpPr>
          <p:nvPr/>
        </p:nvSpPr>
        <p:spPr>
          <a:xfrm xmlns:a="http://schemas.openxmlformats.org/drawingml/2006/main" flipH="0" flipV="0">
            <a:off x="8591550" y="382905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84" name="">
            <a:extLst xmlns:a="http://schemas.openxmlformats.org/drawingml/2006/main">
              <a:ext uri="{FF2B5EF4-FFF2-40B4-BE49-F238E27FC236}">
                <a16:creationId xmlns:a16="http://schemas.microsoft.com/office/drawing/2014/main" id="{181D99E4-58B0-4585-B95C-D33A5DB9DF34}"/>
              </a:ext>
            </a:extLst>
          </p:cNvPr>
          <p:cNvSpPr>
            <a:spLocks xmlns:a="http://schemas.openxmlformats.org/drawingml/2006/main" noGrp="1"/>
          </p:cNvSpPr>
          <p:nvPr/>
        </p:nvSpPr>
        <p:spPr>
          <a:xfrm xmlns:a="http://schemas.openxmlformats.org/drawingml/2006/main" flipH="0" flipV="0">
            <a:off x="11201400" y="382905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85" name="">
            <a:extLst xmlns:a="http://schemas.openxmlformats.org/drawingml/2006/main">
              <a:ext uri="{FF2B5EF4-FFF2-40B4-BE49-F238E27FC236}">
                <a16:creationId xmlns:a16="http://schemas.microsoft.com/office/drawing/2014/main" id="{9959CF96-A04C-40B8-970D-BA79FCD609BF}"/>
              </a:ext>
            </a:extLst>
          </p:cNvPr>
          <p:cNvSpPr>
            <a:spLocks xmlns:a="http://schemas.openxmlformats.org/drawingml/2006/main" noGrp="1"/>
          </p:cNvSpPr>
          <p:nvPr/>
        </p:nvSpPr>
        <p:spPr>
          <a:xfrm xmlns:a="http://schemas.openxmlformats.org/drawingml/2006/main">
            <a:off x="8924925" y="34575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86" name="">
            <a:extLst xmlns:a="http://schemas.openxmlformats.org/drawingml/2006/main">
              <a:ext uri="{FF2B5EF4-FFF2-40B4-BE49-F238E27FC236}">
                <a16:creationId xmlns:a16="http://schemas.microsoft.com/office/drawing/2014/main" id="{A592F228-4C00-4309-BD99-0197A9B8CAB5}"/>
              </a:ext>
            </a:extLst>
          </p:cNvPr>
          <p:cNvSpPr>
            <a:spLocks xmlns:a="http://schemas.openxmlformats.org/drawingml/2006/main" noGrp="1"/>
          </p:cNvSpPr>
          <p:nvPr/>
        </p:nvSpPr>
        <p:spPr>
          <a:xfrm xmlns:a="http://schemas.openxmlformats.org/drawingml/2006/main">
            <a:off x="9077325" y="34575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87" name="">
            <a:extLst xmlns:a="http://schemas.openxmlformats.org/drawingml/2006/main">
              <a:ext uri="{FF2B5EF4-FFF2-40B4-BE49-F238E27FC236}">
                <a16:creationId xmlns:a16="http://schemas.microsoft.com/office/drawing/2014/main" id="{39DCBB91-6B15-47AF-9AB8-80FBCCE83275}"/>
              </a:ext>
            </a:extLst>
          </p:cNvPr>
          <p:cNvSpPr>
            <a:spLocks xmlns:a="http://schemas.openxmlformats.org/drawingml/2006/main" noGrp="1"/>
          </p:cNvSpPr>
          <p:nvPr/>
        </p:nvSpPr>
        <p:spPr>
          <a:xfrm xmlns:a="http://schemas.openxmlformats.org/drawingml/2006/main">
            <a:off x="9229725" y="34575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88" name="">
            <a:extLst xmlns:a="http://schemas.openxmlformats.org/drawingml/2006/main">
              <a:ext uri="{FF2B5EF4-FFF2-40B4-BE49-F238E27FC236}">
                <a16:creationId xmlns:a16="http://schemas.microsoft.com/office/drawing/2014/main" id="{75FFDBE1-4B01-414B-8DF3-355BC7409298}"/>
              </a:ext>
            </a:extLst>
          </p:cNvPr>
          <p:cNvSpPr>
            <a:spLocks xmlns:a="http://schemas.openxmlformats.org/drawingml/2006/main" noGrp="1"/>
          </p:cNvSpPr>
          <p:nvPr/>
        </p:nvSpPr>
        <p:spPr>
          <a:xfrm xmlns:a="http://schemas.openxmlformats.org/drawingml/2006/main">
            <a:off x="9382125" y="34575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89" name="">
            <a:extLst xmlns:a="http://schemas.openxmlformats.org/drawingml/2006/main">
              <a:ext uri="{FF2B5EF4-FFF2-40B4-BE49-F238E27FC236}">
                <a16:creationId xmlns:a16="http://schemas.microsoft.com/office/drawing/2014/main" id="{F396F242-BF84-43C4-9292-C8EA1AAEF96A}"/>
              </a:ext>
            </a:extLst>
          </p:cNvPr>
          <p:cNvSpPr>
            <a:spLocks xmlns:a="http://schemas.openxmlformats.org/drawingml/2006/main" noGrp="1"/>
          </p:cNvSpPr>
          <p:nvPr/>
        </p:nvSpPr>
        <p:spPr>
          <a:xfrm xmlns:a="http://schemas.openxmlformats.org/drawingml/2006/main">
            <a:off x="8924925" y="36099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0" name="">
            <a:extLst xmlns:a="http://schemas.openxmlformats.org/drawingml/2006/main">
              <a:ext uri="{FF2B5EF4-FFF2-40B4-BE49-F238E27FC236}">
                <a16:creationId xmlns:a16="http://schemas.microsoft.com/office/drawing/2014/main" id="{3FE67927-ABA5-4727-897E-61BAE9781180}"/>
              </a:ext>
            </a:extLst>
          </p:cNvPr>
          <p:cNvSpPr>
            <a:spLocks xmlns:a="http://schemas.openxmlformats.org/drawingml/2006/main" noGrp="1"/>
          </p:cNvSpPr>
          <p:nvPr/>
        </p:nvSpPr>
        <p:spPr>
          <a:xfrm xmlns:a="http://schemas.openxmlformats.org/drawingml/2006/main">
            <a:off x="9077325" y="36099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1" name="">
            <a:extLst xmlns:a="http://schemas.openxmlformats.org/drawingml/2006/main">
              <a:ext uri="{FF2B5EF4-FFF2-40B4-BE49-F238E27FC236}">
                <a16:creationId xmlns:a16="http://schemas.microsoft.com/office/drawing/2014/main" id="{F5CD808F-1247-4B80-BB62-09F64ABA4006}"/>
              </a:ext>
            </a:extLst>
          </p:cNvPr>
          <p:cNvSpPr>
            <a:spLocks xmlns:a="http://schemas.openxmlformats.org/drawingml/2006/main" noGrp="1"/>
          </p:cNvSpPr>
          <p:nvPr/>
        </p:nvSpPr>
        <p:spPr>
          <a:xfrm xmlns:a="http://schemas.openxmlformats.org/drawingml/2006/main">
            <a:off x="9229725" y="36099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2" name="">
            <a:extLst xmlns:a="http://schemas.openxmlformats.org/drawingml/2006/main">
              <a:ext uri="{FF2B5EF4-FFF2-40B4-BE49-F238E27FC236}">
                <a16:creationId xmlns:a16="http://schemas.microsoft.com/office/drawing/2014/main" id="{2E766BFB-6D2D-4555-B9B9-4FA36778F4CE}"/>
              </a:ext>
            </a:extLst>
          </p:cNvPr>
          <p:cNvSpPr>
            <a:spLocks xmlns:a="http://schemas.openxmlformats.org/drawingml/2006/main" noGrp="1"/>
          </p:cNvSpPr>
          <p:nvPr/>
        </p:nvSpPr>
        <p:spPr>
          <a:xfrm xmlns:a="http://schemas.openxmlformats.org/drawingml/2006/main">
            <a:off x="9382125" y="36099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3" name="">
            <a:extLst xmlns:a="http://schemas.openxmlformats.org/drawingml/2006/main">
              <a:ext uri="{FF2B5EF4-FFF2-40B4-BE49-F238E27FC236}">
                <a16:creationId xmlns:a16="http://schemas.microsoft.com/office/drawing/2014/main" id="{C92E1DB1-F5E6-4D1B-87E3-FE453B9D372D}"/>
              </a:ext>
            </a:extLst>
          </p:cNvPr>
          <p:cNvSpPr>
            <a:spLocks xmlns:a="http://schemas.openxmlformats.org/drawingml/2006/main" noGrp="1"/>
          </p:cNvSpPr>
          <p:nvPr/>
        </p:nvSpPr>
        <p:spPr>
          <a:xfrm xmlns:a="http://schemas.openxmlformats.org/drawingml/2006/main">
            <a:off x="8924925" y="37623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4" name="">
            <a:extLst xmlns:a="http://schemas.openxmlformats.org/drawingml/2006/main">
              <a:ext uri="{FF2B5EF4-FFF2-40B4-BE49-F238E27FC236}">
                <a16:creationId xmlns:a16="http://schemas.microsoft.com/office/drawing/2014/main" id="{4E12C73F-5D3F-48DC-A099-122CF19B3DA7}"/>
              </a:ext>
            </a:extLst>
          </p:cNvPr>
          <p:cNvSpPr>
            <a:spLocks xmlns:a="http://schemas.openxmlformats.org/drawingml/2006/main" noGrp="1"/>
          </p:cNvSpPr>
          <p:nvPr/>
        </p:nvSpPr>
        <p:spPr>
          <a:xfrm xmlns:a="http://schemas.openxmlformats.org/drawingml/2006/main">
            <a:off x="9077325" y="37623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5" name="">
            <a:extLst xmlns:a="http://schemas.openxmlformats.org/drawingml/2006/main">
              <a:ext uri="{FF2B5EF4-FFF2-40B4-BE49-F238E27FC236}">
                <a16:creationId xmlns:a16="http://schemas.microsoft.com/office/drawing/2014/main" id="{53657C1D-783C-442A-BF89-2BA9D1C0AFD4}"/>
              </a:ext>
            </a:extLst>
          </p:cNvPr>
          <p:cNvSpPr>
            <a:spLocks xmlns:a="http://schemas.openxmlformats.org/drawingml/2006/main" noGrp="1"/>
          </p:cNvSpPr>
          <p:nvPr/>
        </p:nvSpPr>
        <p:spPr>
          <a:xfrm xmlns:a="http://schemas.openxmlformats.org/drawingml/2006/main">
            <a:off x="9229725" y="37623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6" name="">
            <a:extLst xmlns:a="http://schemas.openxmlformats.org/drawingml/2006/main">
              <a:ext uri="{FF2B5EF4-FFF2-40B4-BE49-F238E27FC236}">
                <a16:creationId xmlns:a16="http://schemas.microsoft.com/office/drawing/2014/main" id="{BE82DC95-553E-4870-B9E9-86A34F0B23D9}"/>
              </a:ext>
            </a:extLst>
          </p:cNvPr>
          <p:cNvSpPr>
            <a:spLocks xmlns:a="http://schemas.openxmlformats.org/drawingml/2006/main" noGrp="1"/>
          </p:cNvSpPr>
          <p:nvPr/>
        </p:nvSpPr>
        <p:spPr>
          <a:xfrm xmlns:a="http://schemas.openxmlformats.org/drawingml/2006/main">
            <a:off x="9382125" y="3762375"/>
            <a:ext cx="95250" cy="95250"/>
          </a:xfrm>
          <a:prstGeom xmlns:a="http://schemas.openxmlformats.org/drawingml/2006/main" prst="rect">
            <a:avLst/>
          </a:prstGeom>
          <a:solidFill xmlns:a="http://schemas.openxmlformats.org/drawingml/2006/main">
            <a:srgbClr val="E8F4F3"/>
          </a:solidFill>
          <a:ln xmlns:a="http://schemas.openxmlformats.org/drawingml/2006/main" w="7620">
            <a:solidFill>
              <a:srgbClr val="087E89"/>
            </a:solidFill>
            <a:prstDash val="solid"/>
          </a:ln>
        </p:spPr>
      </p:sp>
      <p:sp>
        <p:nvSpPr>
          <p:cNvPr id="97" name="">
            <a:extLst xmlns:a="http://schemas.openxmlformats.org/drawingml/2006/main">
              <a:ext uri="{FF2B5EF4-FFF2-40B4-BE49-F238E27FC236}">
                <a16:creationId xmlns:a16="http://schemas.microsoft.com/office/drawing/2014/main" id="{DA7636CE-8B7F-481D-ABB6-796D072F608D}"/>
              </a:ext>
            </a:extLst>
          </p:cNvPr>
          <p:cNvSpPr>
            <a:spLocks xmlns:a="http://schemas.openxmlformats.org/drawingml/2006/main" noGrp="1"/>
          </p:cNvSpPr>
          <p:nvPr/>
        </p:nvSpPr>
        <p:spPr>
          <a:xfrm xmlns:a="http://schemas.openxmlformats.org/drawingml/2006/main">
            <a:off x="9858375" y="3448050"/>
            <a:ext cx="1095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152D3C"/>
                </a:solidFill>
                <a:latin typeface="Arial"/>
                <a:ea typeface="Arial"/>
                <a:cs typeface="Arial"/>
              </a:defRPr>
            </a:pPr>
            <a:r>
              <a:rPr sz="2025" b="1">
                <a:solidFill>
                  <a:srgbClr val="152D3C"/>
                </a:solidFill>
                <a:latin typeface="Arial"/>
                <a:ea typeface="Arial"/>
                <a:cs typeface="Arial"/>
              </a:rPr>
              <a:t>GPU</a:t>
            </a:r>
          </a:p>
        </p:txBody>
      </p:sp>
      <p:sp>
        <p:nvSpPr>
          <p:cNvPr id="98" name="">
            <a:extLst xmlns:a="http://schemas.openxmlformats.org/drawingml/2006/main">
              <a:ext uri="{FF2B5EF4-FFF2-40B4-BE49-F238E27FC236}">
                <a16:creationId xmlns:a16="http://schemas.microsoft.com/office/drawing/2014/main" id="{4E4DB38A-4329-4D21-8C18-9A9F5A7FC934}"/>
              </a:ext>
            </a:extLst>
          </p:cNvPr>
          <p:cNvSpPr>
            <a:spLocks xmlns:a="http://schemas.openxmlformats.org/drawingml/2006/main" noGrp="1"/>
          </p:cNvSpPr>
          <p:nvPr/>
        </p:nvSpPr>
        <p:spPr>
          <a:xfrm xmlns:a="http://schemas.openxmlformats.org/drawingml/2006/main" flipH="0" flipV="0">
            <a:off x="7953375" y="4791075"/>
            <a:ext cx="647700" cy="0"/>
          </a:xfrm>
          <a:prstGeom xmlns:a="http://schemas.openxmlformats.org/drawingml/2006/main" prst="line">
            <a:avLst/>
          </a:prstGeom>
          <a:noFill xmlns:a="http://schemas.openxmlformats.org/drawingml/2006/main"/>
          <a:ln xmlns:a="http://schemas.openxmlformats.org/drawingml/2006/main" w="23813">
            <a:solidFill>
              <a:srgbClr val="087E89"/>
            </a:solidFill>
            <a:prstDash val="solid"/>
          </a:ln>
        </p:spPr>
      </p:sp>
      <p:sp>
        <p:nvSpPr>
          <p:cNvPr id="99" name="">
            <a:extLst xmlns:a="http://schemas.openxmlformats.org/drawingml/2006/main">
              <a:ext uri="{FF2B5EF4-FFF2-40B4-BE49-F238E27FC236}">
                <a16:creationId xmlns:a16="http://schemas.microsoft.com/office/drawing/2014/main" id="{1391388E-A953-4462-8B4A-762C661B1D45}"/>
              </a:ext>
            </a:extLst>
          </p:cNvPr>
          <p:cNvSpPr>
            <a:spLocks xmlns:a="http://schemas.openxmlformats.org/drawingml/2006/main" noGrp="1"/>
          </p:cNvSpPr>
          <p:nvPr/>
        </p:nvSpPr>
        <p:spPr>
          <a:xfrm xmlns:a="http://schemas.openxmlformats.org/drawingml/2006/main">
            <a:off x="8486775" y="4724400"/>
            <a:ext cx="171450" cy="133350"/>
          </a:xfrm>
          <a:prstGeom xmlns:a="http://schemas.openxmlformats.org/drawingml/2006/main" prst="rightArrow">
            <a:avLst/>
          </a:prstGeom>
          <a:solidFill xmlns:a="http://schemas.openxmlformats.org/drawingml/2006/main">
            <a:srgbClr val="087E89"/>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4C52E685-3765-40FC-909A-81FDD3A9DDD2}"/>
              </a:ext>
            </a:extLst>
          </p:cNvPr>
          <p:cNvSpPr>
            <a:spLocks xmlns:a="http://schemas.openxmlformats.org/drawingml/2006/main" noGrp="1"/>
          </p:cNvSpPr>
          <p:nvPr/>
        </p:nvSpPr>
        <p:spPr>
          <a:xfrm xmlns:a="http://schemas.openxmlformats.org/drawingml/2006/main">
            <a:off x="8696325" y="4400550"/>
            <a:ext cx="2505075"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A9C6D0"/>
            </a:solidFill>
            <a:prstDash val="solid"/>
          </a:ln>
        </p:spPr>
      </p:sp>
      <p:sp>
        <p:nvSpPr>
          <p:cNvPr id="101" name="">
            <a:extLst xmlns:a="http://schemas.openxmlformats.org/drawingml/2006/main">
              <a:ext uri="{FF2B5EF4-FFF2-40B4-BE49-F238E27FC236}">
                <a16:creationId xmlns:a16="http://schemas.microsoft.com/office/drawing/2014/main" id="{AA47D43D-E764-4363-B68A-151A1B23CF12}"/>
              </a:ext>
            </a:extLst>
          </p:cNvPr>
          <p:cNvSpPr>
            <a:spLocks xmlns:a="http://schemas.openxmlformats.org/drawingml/2006/main" noGrp="1"/>
          </p:cNvSpPr>
          <p:nvPr/>
        </p:nvSpPr>
        <p:spPr>
          <a:xfrm xmlns:a="http://schemas.openxmlformats.org/drawingml/2006/main" flipH="0" flipV="0">
            <a:off x="8591550" y="458152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102" name="">
            <a:extLst xmlns:a="http://schemas.openxmlformats.org/drawingml/2006/main">
              <a:ext uri="{FF2B5EF4-FFF2-40B4-BE49-F238E27FC236}">
                <a16:creationId xmlns:a16="http://schemas.microsoft.com/office/drawing/2014/main" id="{5957A238-97FF-4E0F-84AF-1897384EC637}"/>
              </a:ext>
            </a:extLst>
          </p:cNvPr>
          <p:cNvSpPr>
            <a:spLocks xmlns:a="http://schemas.openxmlformats.org/drawingml/2006/main" noGrp="1"/>
          </p:cNvSpPr>
          <p:nvPr/>
        </p:nvSpPr>
        <p:spPr>
          <a:xfrm xmlns:a="http://schemas.openxmlformats.org/drawingml/2006/main" flipH="0" flipV="0">
            <a:off x="11201400" y="458152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103" name="">
            <a:extLst xmlns:a="http://schemas.openxmlformats.org/drawingml/2006/main">
              <a:ext uri="{FF2B5EF4-FFF2-40B4-BE49-F238E27FC236}">
                <a16:creationId xmlns:a16="http://schemas.microsoft.com/office/drawing/2014/main" id="{87235D31-86CD-4C9E-B2FA-F2454B9B9EDC}"/>
              </a:ext>
            </a:extLst>
          </p:cNvPr>
          <p:cNvSpPr>
            <a:spLocks xmlns:a="http://schemas.openxmlformats.org/drawingml/2006/main" noGrp="1"/>
          </p:cNvSpPr>
          <p:nvPr/>
        </p:nvSpPr>
        <p:spPr>
          <a:xfrm xmlns:a="http://schemas.openxmlformats.org/drawingml/2006/main" flipH="0" flipV="0">
            <a:off x="8591550" y="476250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104" name="">
            <a:extLst xmlns:a="http://schemas.openxmlformats.org/drawingml/2006/main">
              <a:ext uri="{FF2B5EF4-FFF2-40B4-BE49-F238E27FC236}">
                <a16:creationId xmlns:a16="http://schemas.microsoft.com/office/drawing/2014/main" id="{132B58C0-6561-4B04-B93C-F1CF0B8E6616}"/>
              </a:ext>
            </a:extLst>
          </p:cNvPr>
          <p:cNvSpPr>
            <a:spLocks xmlns:a="http://schemas.openxmlformats.org/drawingml/2006/main" noGrp="1"/>
          </p:cNvSpPr>
          <p:nvPr/>
        </p:nvSpPr>
        <p:spPr>
          <a:xfrm xmlns:a="http://schemas.openxmlformats.org/drawingml/2006/main" flipH="0" flipV="0">
            <a:off x="11201400" y="4762500"/>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105" name="">
            <a:extLst xmlns:a="http://schemas.openxmlformats.org/drawingml/2006/main">
              <a:ext uri="{FF2B5EF4-FFF2-40B4-BE49-F238E27FC236}">
                <a16:creationId xmlns:a16="http://schemas.microsoft.com/office/drawing/2014/main" id="{C739799B-C733-4606-9690-970434881144}"/>
              </a:ext>
            </a:extLst>
          </p:cNvPr>
          <p:cNvSpPr>
            <a:spLocks xmlns:a="http://schemas.openxmlformats.org/drawingml/2006/main" noGrp="1"/>
          </p:cNvSpPr>
          <p:nvPr/>
        </p:nvSpPr>
        <p:spPr>
          <a:xfrm xmlns:a="http://schemas.openxmlformats.org/drawingml/2006/main" flipH="0" flipV="0">
            <a:off x="8591550" y="494347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106" name="">
            <a:extLst xmlns:a="http://schemas.openxmlformats.org/drawingml/2006/main">
              <a:ext uri="{FF2B5EF4-FFF2-40B4-BE49-F238E27FC236}">
                <a16:creationId xmlns:a16="http://schemas.microsoft.com/office/drawing/2014/main" id="{8E203223-D981-4808-8664-8E184399FF56}"/>
              </a:ext>
            </a:extLst>
          </p:cNvPr>
          <p:cNvSpPr>
            <a:spLocks xmlns:a="http://schemas.openxmlformats.org/drawingml/2006/main" noGrp="1"/>
          </p:cNvSpPr>
          <p:nvPr/>
        </p:nvSpPr>
        <p:spPr>
          <a:xfrm xmlns:a="http://schemas.openxmlformats.org/drawingml/2006/main" flipH="0" flipV="0">
            <a:off x="11201400" y="4943475"/>
            <a:ext cx="104775" cy="0"/>
          </a:xfrm>
          <a:prstGeom xmlns:a="http://schemas.openxmlformats.org/drawingml/2006/main" prst="line">
            <a:avLst/>
          </a:prstGeom>
          <a:noFill xmlns:a="http://schemas.openxmlformats.org/drawingml/2006/main"/>
          <a:ln xmlns:a="http://schemas.openxmlformats.org/drawingml/2006/main" w="19050">
            <a:solidFill>
              <a:srgbClr val="A9C6D0"/>
            </a:solidFill>
            <a:prstDash val="solid"/>
          </a:ln>
        </p:spPr>
      </p:sp>
      <p:sp>
        <p:nvSpPr>
          <p:cNvPr id="107" name="">
            <a:extLst xmlns:a="http://schemas.openxmlformats.org/drawingml/2006/main">
              <a:ext uri="{FF2B5EF4-FFF2-40B4-BE49-F238E27FC236}">
                <a16:creationId xmlns:a16="http://schemas.microsoft.com/office/drawing/2014/main" id="{012ABE7D-1475-429E-B74B-350CA4800B87}"/>
              </a:ext>
            </a:extLst>
          </p:cNvPr>
          <p:cNvSpPr>
            <a:spLocks xmlns:a="http://schemas.openxmlformats.org/drawingml/2006/main" noGrp="1"/>
          </p:cNvSpPr>
          <p:nvPr/>
        </p:nvSpPr>
        <p:spPr>
          <a:xfrm xmlns:a="http://schemas.openxmlformats.org/drawingml/2006/main" flipH="0" flipV="1">
            <a:off x="8982075" y="4572000"/>
            <a:ext cx="219075" cy="66675"/>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08" name="">
            <a:extLst xmlns:a="http://schemas.openxmlformats.org/drawingml/2006/main">
              <a:ext uri="{FF2B5EF4-FFF2-40B4-BE49-F238E27FC236}">
                <a16:creationId xmlns:a16="http://schemas.microsoft.com/office/drawing/2014/main" id="{B75FA4CF-10B9-4870-B994-A5C1AC117742}"/>
              </a:ext>
            </a:extLst>
          </p:cNvPr>
          <p:cNvSpPr>
            <a:spLocks xmlns:a="http://schemas.openxmlformats.org/drawingml/2006/main" noGrp="1"/>
          </p:cNvSpPr>
          <p:nvPr/>
        </p:nvSpPr>
        <p:spPr>
          <a:xfrm xmlns:a="http://schemas.openxmlformats.org/drawingml/2006/main" flipH="0" flipV="0">
            <a:off x="8982075" y="4638675"/>
            <a:ext cx="219075" cy="161925"/>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09" name="">
            <a:extLst xmlns:a="http://schemas.openxmlformats.org/drawingml/2006/main">
              <a:ext uri="{FF2B5EF4-FFF2-40B4-BE49-F238E27FC236}">
                <a16:creationId xmlns:a16="http://schemas.microsoft.com/office/drawing/2014/main" id="{0C1945AB-E8CE-4045-B5C3-B54E05F83A89}"/>
              </a:ext>
            </a:extLst>
          </p:cNvPr>
          <p:cNvSpPr>
            <a:spLocks xmlns:a="http://schemas.openxmlformats.org/drawingml/2006/main" noGrp="1"/>
          </p:cNvSpPr>
          <p:nvPr/>
        </p:nvSpPr>
        <p:spPr>
          <a:xfrm xmlns:a="http://schemas.openxmlformats.org/drawingml/2006/main" flipH="0" flipV="0">
            <a:off x="8982075" y="4638675"/>
            <a:ext cx="219075" cy="390525"/>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0" name="">
            <a:extLst xmlns:a="http://schemas.openxmlformats.org/drawingml/2006/main">
              <a:ext uri="{FF2B5EF4-FFF2-40B4-BE49-F238E27FC236}">
                <a16:creationId xmlns:a16="http://schemas.microsoft.com/office/drawing/2014/main" id="{3FD8E389-D2CD-46C2-82CB-08F917E27188}"/>
              </a:ext>
            </a:extLst>
          </p:cNvPr>
          <p:cNvSpPr>
            <a:spLocks xmlns:a="http://schemas.openxmlformats.org/drawingml/2006/main" noGrp="1"/>
          </p:cNvSpPr>
          <p:nvPr/>
        </p:nvSpPr>
        <p:spPr>
          <a:xfrm xmlns:a="http://schemas.openxmlformats.org/drawingml/2006/main" flipH="0" flipV="1">
            <a:off x="8982075" y="4572000"/>
            <a:ext cx="219075" cy="371475"/>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1" name="">
            <a:extLst xmlns:a="http://schemas.openxmlformats.org/drawingml/2006/main">
              <a:ext uri="{FF2B5EF4-FFF2-40B4-BE49-F238E27FC236}">
                <a16:creationId xmlns:a16="http://schemas.microsoft.com/office/drawing/2014/main" id="{0E9CBB11-E54A-4DCA-BF0E-726DC4A33725}"/>
              </a:ext>
            </a:extLst>
          </p:cNvPr>
          <p:cNvSpPr>
            <a:spLocks xmlns:a="http://schemas.openxmlformats.org/drawingml/2006/main" noGrp="1"/>
          </p:cNvSpPr>
          <p:nvPr/>
        </p:nvSpPr>
        <p:spPr>
          <a:xfrm xmlns:a="http://schemas.openxmlformats.org/drawingml/2006/main" flipH="0" flipV="1">
            <a:off x="8982075" y="4800600"/>
            <a:ext cx="219075" cy="142875"/>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2" name="">
            <a:extLst xmlns:a="http://schemas.openxmlformats.org/drawingml/2006/main">
              <a:ext uri="{FF2B5EF4-FFF2-40B4-BE49-F238E27FC236}">
                <a16:creationId xmlns:a16="http://schemas.microsoft.com/office/drawing/2014/main" id="{87EB846F-96FC-4E9E-85E1-1716D574E56A}"/>
              </a:ext>
            </a:extLst>
          </p:cNvPr>
          <p:cNvSpPr>
            <a:spLocks xmlns:a="http://schemas.openxmlformats.org/drawingml/2006/main" noGrp="1"/>
          </p:cNvSpPr>
          <p:nvPr/>
        </p:nvSpPr>
        <p:spPr>
          <a:xfrm xmlns:a="http://schemas.openxmlformats.org/drawingml/2006/main" flipH="0" flipV="0">
            <a:off x="8982075" y="4943475"/>
            <a:ext cx="219075" cy="85725"/>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3" name="">
            <a:extLst xmlns:a="http://schemas.openxmlformats.org/drawingml/2006/main">
              <a:ext uri="{FF2B5EF4-FFF2-40B4-BE49-F238E27FC236}">
                <a16:creationId xmlns:a16="http://schemas.microsoft.com/office/drawing/2014/main" id="{5FB109FD-8AE6-4682-93C7-95192B2C6947}"/>
              </a:ext>
            </a:extLst>
          </p:cNvPr>
          <p:cNvSpPr>
            <a:spLocks xmlns:a="http://schemas.openxmlformats.org/drawingml/2006/main" noGrp="1"/>
          </p:cNvSpPr>
          <p:nvPr/>
        </p:nvSpPr>
        <p:spPr>
          <a:xfrm xmlns:a="http://schemas.openxmlformats.org/drawingml/2006/main" flipH="0" flipV="0">
            <a:off x="9201150" y="4572000"/>
            <a:ext cx="228600" cy="114300"/>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4" name="">
            <a:extLst xmlns:a="http://schemas.openxmlformats.org/drawingml/2006/main">
              <a:ext uri="{FF2B5EF4-FFF2-40B4-BE49-F238E27FC236}">
                <a16:creationId xmlns:a16="http://schemas.microsoft.com/office/drawing/2014/main" id="{D7FDB603-0CA5-46D1-8996-D79D6C9CDDCE}"/>
              </a:ext>
            </a:extLst>
          </p:cNvPr>
          <p:cNvSpPr>
            <a:spLocks xmlns:a="http://schemas.openxmlformats.org/drawingml/2006/main" noGrp="1"/>
          </p:cNvSpPr>
          <p:nvPr/>
        </p:nvSpPr>
        <p:spPr>
          <a:xfrm xmlns:a="http://schemas.openxmlformats.org/drawingml/2006/main" flipH="0" flipV="0">
            <a:off x="9201150" y="4572000"/>
            <a:ext cx="228600" cy="342900"/>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5" name="">
            <a:extLst xmlns:a="http://schemas.openxmlformats.org/drawingml/2006/main">
              <a:ext uri="{FF2B5EF4-FFF2-40B4-BE49-F238E27FC236}">
                <a16:creationId xmlns:a16="http://schemas.microsoft.com/office/drawing/2014/main" id="{30C64A2C-07B9-4F96-9DEA-5577DFDC13F8}"/>
              </a:ext>
            </a:extLst>
          </p:cNvPr>
          <p:cNvSpPr>
            <a:spLocks xmlns:a="http://schemas.openxmlformats.org/drawingml/2006/main" noGrp="1"/>
          </p:cNvSpPr>
          <p:nvPr/>
        </p:nvSpPr>
        <p:spPr>
          <a:xfrm xmlns:a="http://schemas.openxmlformats.org/drawingml/2006/main" flipH="0" flipV="1">
            <a:off x="9201150" y="4686300"/>
            <a:ext cx="228600" cy="114300"/>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6" name="">
            <a:extLst xmlns:a="http://schemas.openxmlformats.org/drawingml/2006/main">
              <a:ext uri="{FF2B5EF4-FFF2-40B4-BE49-F238E27FC236}">
                <a16:creationId xmlns:a16="http://schemas.microsoft.com/office/drawing/2014/main" id="{8D1E7517-D28C-406B-9669-CE298284D4E1}"/>
              </a:ext>
            </a:extLst>
          </p:cNvPr>
          <p:cNvSpPr>
            <a:spLocks xmlns:a="http://schemas.openxmlformats.org/drawingml/2006/main" noGrp="1"/>
          </p:cNvSpPr>
          <p:nvPr/>
        </p:nvSpPr>
        <p:spPr>
          <a:xfrm xmlns:a="http://schemas.openxmlformats.org/drawingml/2006/main" flipH="0" flipV="0">
            <a:off x="9201150" y="4800600"/>
            <a:ext cx="228600" cy="114300"/>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7" name="">
            <a:extLst xmlns:a="http://schemas.openxmlformats.org/drawingml/2006/main">
              <a:ext uri="{FF2B5EF4-FFF2-40B4-BE49-F238E27FC236}">
                <a16:creationId xmlns:a16="http://schemas.microsoft.com/office/drawing/2014/main" id="{24F7DDE5-4291-480B-B4CE-A4A3CA3D43D5}"/>
              </a:ext>
            </a:extLst>
          </p:cNvPr>
          <p:cNvSpPr>
            <a:spLocks xmlns:a="http://schemas.openxmlformats.org/drawingml/2006/main" noGrp="1"/>
          </p:cNvSpPr>
          <p:nvPr/>
        </p:nvSpPr>
        <p:spPr>
          <a:xfrm xmlns:a="http://schemas.openxmlformats.org/drawingml/2006/main" flipH="0" flipV="1">
            <a:off x="9201150" y="4686300"/>
            <a:ext cx="228600" cy="342900"/>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8" name="">
            <a:extLst xmlns:a="http://schemas.openxmlformats.org/drawingml/2006/main">
              <a:ext uri="{FF2B5EF4-FFF2-40B4-BE49-F238E27FC236}">
                <a16:creationId xmlns:a16="http://schemas.microsoft.com/office/drawing/2014/main" id="{88E4549F-504E-44D4-B706-2168E89A4395}"/>
              </a:ext>
            </a:extLst>
          </p:cNvPr>
          <p:cNvSpPr>
            <a:spLocks xmlns:a="http://schemas.openxmlformats.org/drawingml/2006/main" noGrp="1"/>
          </p:cNvSpPr>
          <p:nvPr/>
        </p:nvSpPr>
        <p:spPr>
          <a:xfrm xmlns:a="http://schemas.openxmlformats.org/drawingml/2006/main" flipH="0" flipV="1">
            <a:off x="9201150" y="4914900"/>
            <a:ext cx="228600" cy="114300"/>
          </a:xfrm>
          <a:prstGeom xmlns:a="http://schemas.openxmlformats.org/drawingml/2006/main" prst="line">
            <a:avLst/>
          </a:prstGeom>
          <a:noFill xmlns:a="http://schemas.openxmlformats.org/drawingml/2006/main"/>
          <a:ln xmlns:a="http://schemas.openxmlformats.org/drawingml/2006/main" w="9525">
            <a:solidFill>
              <a:srgbClr val="708E9E"/>
            </a:solidFill>
            <a:prstDash val="solid"/>
          </a:ln>
        </p:spPr>
      </p:sp>
      <p:sp>
        <p:nvSpPr>
          <p:cNvPr id="119" name="">
            <a:extLst xmlns:a="http://schemas.openxmlformats.org/drawingml/2006/main">
              <a:ext uri="{FF2B5EF4-FFF2-40B4-BE49-F238E27FC236}">
                <a16:creationId xmlns:a16="http://schemas.microsoft.com/office/drawing/2014/main" id="{036363E9-2464-4144-968C-5BEA534FE9FF}"/>
              </a:ext>
            </a:extLst>
          </p:cNvPr>
          <p:cNvSpPr>
            <a:spLocks xmlns:a="http://schemas.openxmlformats.org/drawingml/2006/main" noGrp="1"/>
          </p:cNvSpPr>
          <p:nvPr/>
        </p:nvSpPr>
        <p:spPr>
          <a:xfrm xmlns:a="http://schemas.openxmlformats.org/drawingml/2006/main">
            <a:off x="8948738" y="4605338"/>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3AF9022F-CB44-4AC3-9D1A-6AB992AA6C51}"/>
              </a:ext>
            </a:extLst>
          </p:cNvPr>
          <p:cNvSpPr>
            <a:spLocks xmlns:a="http://schemas.openxmlformats.org/drawingml/2006/main" noGrp="1"/>
          </p:cNvSpPr>
          <p:nvPr/>
        </p:nvSpPr>
        <p:spPr>
          <a:xfrm xmlns:a="http://schemas.openxmlformats.org/drawingml/2006/main">
            <a:off x="8948738" y="4910138"/>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B7E06933-9B67-4F9A-BFA3-70F79B641846}"/>
              </a:ext>
            </a:extLst>
          </p:cNvPr>
          <p:cNvSpPr>
            <a:spLocks xmlns:a="http://schemas.openxmlformats.org/drawingml/2006/main" noGrp="1"/>
          </p:cNvSpPr>
          <p:nvPr/>
        </p:nvSpPr>
        <p:spPr>
          <a:xfrm xmlns:a="http://schemas.openxmlformats.org/drawingml/2006/main">
            <a:off x="9167813" y="4538663"/>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908AE872-E57C-4142-A460-F3D2D5D1F106}"/>
              </a:ext>
            </a:extLst>
          </p:cNvPr>
          <p:cNvSpPr>
            <a:spLocks xmlns:a="http://schemas.openxmlformats.org/drawingml/2006/main" noGrp="1"/>
          </p:cNvSpPr>
          <p:nvPr/>
        </p:nvSpPr>
        <p:spPr>
          <a:xfrm xmlns:a="http://schemas.openxmlformats.org/drawingml/2006/main">
            <a:off x="9167813" y="4767263"/>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92C19C61-6C49-433D-A7F0-2E096D062BA9}"/>
              </a:ext>
            </a:extLst>
          </p:cNvPr>
          <p:cNvSpPr>
            <a:spLocks xmlns:a="http://schemas.openxmlformats.org/drawingml/2006/main" noGrp="1"/>
          </p:cNvSpPr>
          <p:nvPr/>
        </p:nvSpPr>
        <p:spPr>
          <a:xfrm xmlns:a="http://schemas.openxmlformats.org/drawingml/2006/main">
            <a:off x="9167813" y="4995863"/>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D21E86DD-C1B4-4D6C-9A1F-0FA34C3F9B3E}"/>
              </a:ext>
            </a:extLst>
          </p:cNvPr>
          <p:cNvSpPr>
            <a:spLocks xmlns:a="http://schemas.openxmlformats.org/drawingml/2006/main" noGrp="1"/>
          </p:cNvSpPr>
          <p:nvPr/>
        </p:nvSpPr>
        <p:spPr>
          <a:xfrm xmlns:a="http://schemas.openxmlformats.org/drawingml/2006/main">
            <a:off x="9396413" y="4652963"/>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2A10909F-B422-4DBB-8F59-6C3DAEFEBB1E}"/>
              </a:ext>
            </a:extLst>
          </p:cNvPr>
          <p:cNvSpPr>
            <a:spLocks xmlns:a="http://schemas.openxmlformats.org/drawingml/2006/main" noGrp="1"/>
          </p:cNvSpPr>
          <p:nvPr/>
        </p:nvSpPr>
        <p:spPr>
          <a:xfrm xmlns:a="http://schemas.openxmlformats.org/drawingml/2006/main">
            <a:off x="9396413" y="4881563"/>
            <a:ext cx="66675" cy="66675"/>
          </a:xfrm>
          <a:prstGeom xmlns:a="http://schemas.openxmlformats.org/drawingml/2006/main" prst="ellipse">
            <a:avLst/>
          </a:prstGeom>
          <a:solidFill xmlns:a="http://schemas.openxmlformats.org/drawingml/2006/main">
            <a:srgbClr val="087E89"/>
          </a:solidFill>
          <a:ln xmlns:a="http://schemas.openxmlformats.org/drawingml/2006/main" w="0">
            <a:noFill/>
            <a:prstDash val="solid"/>
          </a:ln>
        </p:spPr>
      </p:sp>
      <p:sp>
        <p:nvSpPr>
          <p:cNvPr id="126" name="">
            <a:extLst xmlns:a="http://schemas.openxmlformats.org/drawingml/2006/main">
              <a:ext uri="{FF2B5EF4-FFF2-40B4-BE49-F238E27FC236}">
                <a16:creationId xmlns:a16="http://schemas.microsoft.com/office/drawing/2014/main" id="{601A677E-02E6-4B9F-BF9F-79A8006DA97F}"/>
              </a:ext>
            </a:extLst>
          </p:cNvPr>
          <p:cNvSpPr>
            <a:spLocks xmlns:a="http://schemas.openxmlformats.org/drawingml/2006/main" noGrp="1"/>
          </p:cNvSpPr>
          <p:nvPr/>
        </p:nvSpPr>
        <p:spPr>
          <a:xfrm xmlns:a="http://schemas.openxmlformats.org/drawingml/2006/main">
            <a:off x="9858375" y="4562475"/>
            <a:ext cx="1095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025" b="1">
                <a:solidFill>
                  <a:srgbClr val="152D3C"/>
                </a:solidFill>
                <a:latin typeface="Arial"/>
                <a:ea typeface="Arial"/>
                <a:cs typeface="Arial"/>
              </a:defRPr>
            </a:pPr>
            <a:r>
              <a:rPr sz="2025" b="1">
                <a:solidFill>
                  <a:srgbClr val="152D3C"/>
                </a:solidFill>
                <a:latin typeface="Arial"/>
                <a:ea typeface="Arial"/>
                <a:cs typeface="Arial"/>
              </a:rPr>
              <a:t>NPU</a:t>
            </a:r>
          </a:p>
        </p:txBody>
      </p:sp>
      <p:sp>
        <p:nvSpPr>
          <p:cNvPr id="127" name="">
            <a:extLst xmlns:a="http://schemas.openxmlformats.org/drawingml/2006/main">
              <a:ext uri="{FF2B5EF4-FFF2-40B4-BE49-F238E27FC236}">
                <a16:creationId xmlns:a16="http://schemas.microsoft.com/office/drawing/2014/main" id="{5CE33150-015A-41F5-B0CD-D12E84BDA9EE}"/>
              </a:ext>
            </a:extLst>
          </p:cNvPr>
          <p:cNvSpPr>
            <a:spLocks xmlns:a="http://schemas.openxmlformats.org/drawingml/2006/main" noGrp="1"/>
          </p:cNvSpPr>
          <p:nvPr/>
        </p:nvSpPr>
        <p:spPr>
          <a:xfrm xmlns:a="http://schemas.openxmlformats.org/drawingml/2006/main" flipH="0" flipV="0">
            <a:off x="723900" y="5667375"/>
            <a:ext cx="10668000" cy="0"/>
          </a:xfrm>
          <a:prstGeom xmlns:a="http://schemas.openxmlformats.org/drawingml/2006/main" prst="line">
            <a:avLst/>
          </a:prstGeom>
          <a:noFill xmlns:a="http://schemas.openxmlformats.org/drawingml/2006/main"/>
          <a:ln xmlns:a="http://schemas.openxmlformats.org/drawingml/2006/main" w="13335">
            <a:solidFill>
              <a:srgbClr val="A9C6D0"/>
            </a:solidFill>
            <a:prstDash val="solid"/>
          </a:ln>
        </p:spPr>
      </p:sp>
      <p:sp>
        <p:nvSpPr>
          <p:cNvPr id="128" name="">
            <a:extLst xmlns:a="http://schemas.openxmlformats.org/drawingml/2006/main">
              <a:ext uri="{FF2B5EF4-FFF2-40B4-BE49-F238E27FC236}">
                <a16:creationId xmlns:a16="http://schemas.microsoft.com/office/drawing/2014/main" id="{802958D5-8041-4817-B594-0DB9324E7B4B}"/>
              </a:ext>
            </a:extLst>
          </p:cNvPr>
          <p:cNvSpPr>
            <a:spLocks xmlns:a="http://schemas.openxmlformats.org/drawingml/2006/main" noGrp="1"/>
          </p:cNvSpPr>
          <p:nvPr/>
        </p:nvSpPr>
        <p:spPr>
          <a:xfrm xmlns:a="http://schemas.openxmlformats.org/drawingml/2006/main">
            <a:off x="723900" y="5876925"/>
            <a:ext cx="107061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152D3C"/>
                </a:solidFill>
                <a:latin typeface="Arial"/>
                <a:ea typeface="Arial"/>
                <a:cs typeface="Arial"/>
              </a:defRPr>
            </a:pPr>
            <a:r>
              <a:rPr sz="2100" b="1">
                <a:solidFill>
                  <a:srgbClr val="152D3C"/>
                </a:solidFill>
                <a:latin typeface="Arial"/>
                <a:ea typeface="Arial"/>
                <a:cs typeface="Arial"/>
              </a:rPr>
              <a:t>Measured results guide the next step or deployment decision.</a:t>
            </a:r>
          </a:p>
        </p:txBody>
      </p:sp>
    </p:spTree>
    <p:extLst>
      <p:ext uri="{BB962C8B-B14F-4D97-AF65-F5344CB8AC3E}">
        <p14:creationId xmlns:p14="http://schemas.microsoft.com/office/powerpoint/2010/main" val="4146227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2026-09-25T13:34:44.6310000Z</dcterms:created>
  <dcterms:modified xsi:type="dcterms:W3CDTF">2026-09-25T13:34:44.6310000Z</dcterms:modified>
</coreProperties>
</file>